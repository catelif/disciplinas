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7"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9" name="PlaceHolder 2"/>
          <p:cNvSpPr>
            <a:spLocks noGrp="1"/>
          </p:cNvSpPr>
          <p:nvPr>
            <p:ph type="body"/>
          </p:nvPr>
        </p:nvSpPr>
        <p:spPr>
          <a:xfrm>
            <a:off x="504000" y="1326600"/>
            <a:ext cx="9072000" cy="3288600"/>
          </a:xfrm>
          <a:prstGeom prst="rect">
            <a:avLst/>
          </a:prstGeom>
        </p:spPr>
        <p:txBody>
          <a:bodyPr lIns="0" rIns="0" tIns="0" bIns="0">
            <a:normAutofit/>
          </a:bodyPr>
          <a:p>
            <a:endParaRPr b="0" lang="pt-BR"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11" name="PlaceHolder 2"/>
          <p:cNvSpPr>
            <a:spLocks noGrp="1"/>
          </p:cNvSpPr>
          <p:nvPr>
            <p:ph type="body"/>
          </p:nvPr>
        </p:nvSpPr>
        <p:spPr>
          <a:xfrm>
            <a:off x="504000" y="1326600"/>
            <a:ext cx="4426920" cy="3288600"/>
          </a:xfrm>
          <a:prstGeom prst="rect">
            <a:avLst/>
          </a:prstGeom>
        </p:spPr>
        <p:txBody>
          <a:bodyPr lIns="0" rIns="0" tIns="0" bIns="0">
            <a:normAutofit/>
          </a:bodyPr>
          <a:p>
            <a:endParaRPr b="0" lang="pt-BR" sz="3200" spc="-1" strike="noStrike">
              <a:latin typeface="Arial"/>
            </a:endParaRPr>
          </a:p>
        </p:txBody>
      </p:sp>
      <p:sp>
        <p:nvSpPr>
          <p:cNvPr id="12" name="PlaceHolder 3"/>
          <p:cNvSpPr>
            <a:spLocks noGrp="1"/>
          </p:cNvSpPr>
          <p:nvPr>
            <p:ph type="body"/>
          </p:nvPr>
        </p:nvSpPr>
        <p:spPr>
          <a:xfrm>
            <a:off x="5152680" y="1326600"/>
            <a:ext cx="4426920" cy="3288600"/>
          </a:xfrm>
          <a:prstGeom prst="rect">
            <a:avLst/>
          </a:prstGeom>
        </p:spPr>
        <p:txBody>
          <a:bodyPr lIns="0" rIns="0" tIns="0" bIns="0">
            <a:normAutofit/>
          </a:bodyPr>
          <a:p>
            <a:endParaRPr b="0" lang="pt-BR"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360000" y="106200"/>
            <a:ext cx="9359280" cy="289836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16"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17" name="PlaceHolder 3"/>
          <p:cNvSpPr>
            <a:spLocks noGrp="1"/>
          </p:cNvSpPr>
          <p:nvPr>
            <p:ph type="body"/>
          </p:nvPr>
        </p:nvSpPr>
        <p:spPr>
          <a:xfrm>
            <a:off x="5152680" y="1326600"/>
            <a:ext cx="4426920" cy="3288600"/>
          </a:xfrm>
          <a:prstGeom prst="rect">
            <a:avLst/>
          </a:prstGeom>
        </p:spPr>
        <p:txBody>
          <a:bodyPr lIns="0" rIns="0" tIns="0" bIns="0">
            <a:normAutofit/>
          </a:bodyPr>
          <a:p>
            <a:endParaRPr b="0" lang="pt-BR" sz="3200" spc="-1" strike="noStrike">
              <a:latin typeface="Arial"/>
            </a:endParaRPr>
          </a:p>
        </p:txBody>
      </p:sp>
      <p:sp>
        <p:nvSpPr>
          <p:cNvPr id="18" name="PlaceHolder 4"/>
          <p:cNvSpPr>
            <a:spLocks noGrp="1"/>
          </p:cNvSpPr>
          <p:nvPr>
            <p:ph type="body"/>
          </p:nvPr>
        </p:nvSpPr>
        <p:spPr>
          <a:xfrm>
            <a:off x="50400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20" name="PlaceHolder 2"/>
          <p:cNvSpPr>
            <a:spLocks noGrp="1"/>
          </p:cNvSpPr>
          <p:nvPr>
            <p:ph type="body"/>
          </p:nvPr>
        </p:nvSpPr>
        <p:spPr>
          <a:xfrm>
            <a:off x="504000" y="1326600"/>
            <a:ext cx="4426920" cy="3288600"/>
          </a:xfrm>
          <a:prstGeom prst="rect">
            <a:avLst/>
          </a:prstGeom>
        </p:spPr>
        <p:txBody>
          <a:bodyPr lIns="0" rIns="0" tIns="0" bIns="0">
            <a:normAutofit/>
          </a:bodyPr>
          <a:p>
            <a:endParaRPr b="0" lang="pt-BR" sz="3200" spc="-1" strike="noStrike">
              <a:latin typeface="Arial"/>
            </a:endParaRPr>
          </a:p>
        </p:txBody>
      </p:sp>
      <p:sp>
        <p:nvSpPr>
          <p:cNvPr id="21"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22" name="PlaceHolder 4"/>
          <p:cNvSpPr>
            <a:spLocks noGrp="1"/>
          </p:cNvSpPr>
          <p:nvPr>
            <p:ph type="body"/>
          </p:nvPr>
        </p:nvSpPr>
        <p:spPr>
          <a:xfrm>
            <a:off x="515268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24"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25"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26" name="PlaceHolder 4"/>
          <p:cNvSpPr>
            <a:spLocks noGrp="1"/>
          </p:cNvSpPr>
          <p:nvPr>
            <p:ph type="body"/>
          </p:nvPr>
        </p:nvSpPr>
        <p:spPr>
          <a:xfrm>
            <a:off x="504000" y="3044520"/>
            <a:ext cx="907200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28" name="PlaceHolder 2"/>
          <p:cNvSpPr>
            <a:spLocks noGrp="1"/>
          </p:cNvSpPr>
          <p:nvPr>
            <p:ph type="body"/>
          </p:nvPr>
        </p:nvSpPr>
        <p:spPr>
          <a:xfrm>
            <a:off x="504000" y="1326600"/>
            <a:ext cx="9072000" cy="1568520"/>
          </a:xfrm>
          <a:prstGeom prst="rect">
            <a:avLst/>
          </a:prstGeom>
        </p:spPr>
        <p:txBody>
          <a:bodyPr lIns="0" rIns="0" tIns="0" bIns="0">
            <a:normAutofit/>
          </a:bodyPr>
          <a:p>
            <a:endParaRPr b="0" lang="pt-BR" sz="3200" spc="-1" strike="noStrike">
              <a:latin typeface="Arial"/>
            </a:endParaRPr>
          </a:p>
        </p:txBody>
      </p:sp>
      <p:sp>
        <p:nvSpPr>
          <p:cNvPr id="29" name="PlaceHolder 3"/>
          <p:cNvSpPr>
            <a:spLocks noGrp="1"/>
          </p:cNvSpPr>
          <p:nvPr>
            <p:ph type="body"/>
          </p:nvPr>
        </p:nvSpPr>
        <p:spPr>
          <a:xfrm>
            <a:off x="504000" y="3044520"/>
            <a:ext cx="907200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31"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32"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33" name="PlaceHolder 4"/>
          <p:cNvSpPr>
            <a:spLocks noGrp="1"/>
          </p:cNvSpPr>
          <p:nvPr>
            <p:ph type="body"/>
          </p:nvPr>
        </p:nvSpPr>
        <p:spPr>
          <a:xfrm>
            <a:off x="504000" y="3044520"/>
            <a:ext cx="4426920" cy="1568520"/>
          </a:xfrm>
          <a:prstGeom prst="rect">
            <a:avLst/>
          </a:prstGeom>
        </p:spPr>
        <p:txBody>
          <a:bodyPr lIns="0" rIns="0" tIns="0" bIns="0">
            <a:normAutofit/>
          </a:bodyPr>
          <a:p>
            <a:endParaRPr b="0" lang="pt-BR" sz="3200" spc="-1" strike="noStrike">
              <a:latin typeface="Arial"/>
            </a:endParaRPr>
          </a:p>
        </p:txBody>
      </p:sp>
      <p:sp>
        <p:nvSpPr>
          <p:cNvPr id="34" name="PlaceHolder 5"/>
          <p:cNvSpPr>
            <a:spLocks noGrp="1"/>
          </p:cNvSpPr>
          <p:nvPr>
            <p:ph type="body"/>
          </p:nvPr>
        </p:nvSpPr>
        <p:spPr>
          <a:xfrm>
            <a:off x="515268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36" name="PlaceHolder 2"/>
          <p:cNvSpPr>
            <a:spLocks noGrp="1"/>
          </p:cNvSpPr>
          <p:nvPr>
            <p:ph type="body"/>
          </p:nvPr>
        </p:nvSpPr>
        <p:spPr>
          <a:xfrm>
            <a:off x="504000" y="1326600"/>
            <a:ext cx="2921040" cy="1568520"/>
          </a:xfrm>
          <a:prstGeom prst="rect">
            <a:avLst/>
          </a:prstGeom>
        </p:spPr>
        <p:txBody>
          <a:bodyPr lIns="0" rIns="0" tIns="0" bIns="0">
            <a:normAutofit/>
          </a:bodyPr>
          <a:p>
            <a:endParaRPr b="0" lang="pt-BR" sz="3200" spc="-1" strike="noStrike">
              <a:latin typeface="Arial"/>
            </a:endParaRPr>
          </a:p>
        </p:txBody>
      </p:sp>
      <p:sp>
        <p:nvSpPr>
          <p:cNvPr id="37" name="PlaceHolder 3"/>
          <p:cNvSpPr>
            <a:spLocks noGrp="1"/>
          </p:cNvSpPr>
          <p:nvPr>
            <p:ph type="body"/>
          </p:nvPr>
        </p:nvSpPr>
        <p:spPr>
          <a:xfrm>
            <a:off x="3571560" y="1326600"/>
            <a:ext cx="2921040" cy="1568520"/>
          </a:xfrm>
          <a:prstGeom prst="rect">
            <a:avLst/>
          </a:prstGeom>
        </p:spPr>
        <p:txBody>
          <a:bodyPr lIns="0" rIns="0" tIns="0" bIns="0">
            <a:normAutofit/>
          </a:bodyPr>
          <a:p>
            <a:endParaRPr b="0" lang="pt-BR" sz="3200" spc="-1" strike="noStrike">
              <a:latin typeface="Arial"/>
            </a:endParaRPr>
          </a:p>
        </p:txBody>
      </p:sp>
      <p:sp>
        <p:nvSpPr>
          <p:cNvPr id="38" name="PlaceHolder 4"/>
          <p:cNvSpPr>
            <a:spLocks noGrp="1"/>
          </p:cNvSpPr>
          <p:nvPr>
            <p:ph type="body"/>
          </p:nvPr>
        </p:nvSpPr>
        <p:spPr>
          <a:xfrm>
            <a:off x="6639120" y="1326600"/>
            <a:ext cx="2921040" cy="1568520"/>
          </a:xfrm>
          <a:prstGeom prst="rect">
            <a:avLst/>
          </a:prstGeom>
        </p:spPr>
        <p:txBody>
          <a:bodyPr lIns="0" rIns="0" tIns="0" bIns="0">
            <a:normAutofit/>
          </a:bodyPr>
          <a:p>
            <a:endParaRPr b="0" lang="pt-BR" sz="3200" spc="-1" strike="noStrike">
              <a:latin typeface="Arial"/>
            </a:endParaRPr>
          </a:p>
        </p:txBody>
      </p:sp>
      <p:sp>
        <p:nvSpPr>
          <p:cNvPr id="39" name="PlaceHolder 5"/>
          <p:cNvSpPr>
            <a:spLocks noGrp="1"/>
          </p:cNvSpPr>
          <p:nvPr>
            <p:ph type="body"/>
          </p:nvPr>
        </p:nvSpPr>
        <p:spPr>
          <a:xfrm>
            <a:off x="504000" y="3044520"/>
            <a:ext cx="2921040" cy="1568520"/>
          </a:xfrm>
          <a:prstGeom prst="rect">
            <a:avLst/>
          </a:prstGeom>
        </p:spPr>
        <p:txBody>
          <a:bodyPr lIns="0" rIns="0" tIns="0" bIns="0">
            <a:normAutofit/>
          </a:bodyPr>
          <a:p>
            <a:endParaRPr b="0" lang="pt-BR" sz="3200" spc="-1" strike="noStrike">
              <a:latin typeface="Arial"/>
            </a:endParaRPr>
          </a:p>
        </p:txBody>
      </p:sp>
      <p:sp>
        <p:nvSpPr>
          <p:cNvPr id="40" name="PlaceHolder 6"/>
          <p:cNvSpPr>
            <a:spLocks noGrp="1"/>
          </p:cNvSpPr>
          <p:nvPr>
            <p:ph type="body"/>
          </p:nvPr>
        </p:nvSpPr>
        <p:spPr>
          <a:xfrm>
            <a:off x="3571560" y="3044520"/>
            <a:ext cx="2921040" cy="1568520"/>
          </a:xfrm>
          <a:prstGeom prst="rect">
            <a:avLst/>
          </a:prstGeom>
        </p:spPr>
        <p:txBody>
          <a:bodyPr lIns="0" rIns="0" tIns="0" bIns="0">
            <a:normAutofit/>
          </a:bodyPr>
          <a:p>
            <a:endParaRPr b="0" lang="pt-BR" sz="3200" spc="-1" strike="noStrike">
              <a:latin typeface="Arial"/>
            </a:endParaRPr>
          </a:p>
        </p:txBody>
      </p:sp>
      <p:sp>
        <p:nvSpPr>
          <p:cNvPr id="41" name="PlaceHolder 7"/>
          <p:cNvSpPr>
            <a:spLocks noGrp="1"/>
          </p:cNvSpPr>
          <p:nvPr>
            <p:ph type="body"/>
          </p:nvPr>
        </p:nvSpPr>
        <p:spPr>
          <a:xfrm>
            <a:off x="6639120" y="3044520"/>
            <a:ext cx="292104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47"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49" name="PlaceHolder 2"/>
          <p:cNvSpPr>
            <a:spLocks noGrp="1"/>
          </p:cNvSpPr>
          <p:nvPr>
            <p:ph type="body"/>
          </p:nvPr>
        </p:nvSpPr>
        <p:spPr>
          <a:xfrm>
            <a:off x="504000" y="1326600"/>
            <a:ext cx="9072000" cy="3288600"/>
          </a:xfrm>
          <a:prstGeom prst="rect">
            <a:avLst/>
          </a:prstGeom>
        </p:spPr>
        <p:txBody>
          <a:bodyPr lIns="0" rIns="0" tIns="0" bIns="0">
            <a:normAutofit/>
          </a:bodyPr>
          <a:p>
            <a:endParaRPr b="0" lang="pt-BR"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51" name="PlaceHolder 2"/>
          <p:cNvSpPr>
            <a:spLocks noGrp="1"/>
          </p:cNvSpPr>
          <p:nvPr>
            <p:ph type="body"/>
          </p:nvPr>
        </p:nvSpPr>
        <p:spPr>
          <a:xfrm>
            <a:off x="504000" y="1326600"/>
            <a:ext cx="4426920" cy="3288600"/>
          </a:xfrm>
          <a:prstGeom prst="rect">
            <a:avLst/>
          </a:prstGeom>
        </p:spPr>
        <p:txBody>
          <a:bodyPr lIns="0" rIns="0" tIns="0" bIns="0">
            <a:normAutofit/>
          </a:bodyPr>
          <a:p>
            <a:endParaRPr b="0" lang="pt-BR" sz="3200" spc="-1" strike="noStrike">
              <a:latin typeface="Arial"/>
            </a:endParaRPr>
          </a:p>
        </p:txBody>
      </p:sp>
      <p:sp>
        <p:nvSpPr>
          <p:cNvPr id="52" name="PlaceHolder 3"/>
          <p:cNvSpPr>
            <a:spLocks noGrp="1"/>
          </p:cNvSpPr>
          <p:nvPr>
            <p:ph type="body"/>
          </p:nvPr>
        </p:nvSpPr>
        <p:spPr>
          <a:xfrm>
            <a:off x="5152680" y="1326600"/>
            <a:ext cx="4426920" cy="3288600"/>
          </a:xfrm>
          <a:prstGeom prst="rect">
            <a:avLst/>
          </a:prstGeom>
        </p:spPr>
        <p:txBody>
          <a:bodyPr lIns="0" rIns="0" tIns="0" bIns="0">
            <a:normAutofit/>
          </a:bodyPr>
          <a:p>
            <a:endParaRPr b="0" lang="pt-BR"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360000" y="106200"/>
            <a:ext cx="9359280" cy="2898360"/>
          </a:xfrm>
          <a:prstGeom prst="rect">
            <a:avLst/>
          </a:prstGeom>
        </p:spPr>
        <p:txBody>
          <a:bodyPr lIns="0" rIns="0" tIns="0" bIns="0" anchor="ctr">
            <a:noAutofit/>
          </a:bodyPr>
          <a:p>
            <a:pPr algn="ctr"/>
            <a:endParaRPr b="0" lang="pt-BR"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56"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57" name="PlaceHolder 3"/>
          <p:cNvSpPr>
            <a:spLocks noGrp="1"/>
          </p:cNvSpPr>
          <p:nvPr>
            <p:ph type="body"/>
          </p:nvPr>
        </p:nvSpPr>
        <p:spPr>
          <a:xfrm>
            <a:off x="5152680" y="1326600"/>
            <a:ext cx="4426920" cy="3288600"/>
          </a:xfrm>
          <a:prstGeom prst="rect">
            <a:avLst/>
          </a:prstGeom>
        </p:spPr>
        <p:txBody>
          <a:bodyPr lIns="0" rIns="0" tIns="0" bIns="0">
            <a:normAutofit/>
          </a:bodyPr>
          <a:p>
            <a:endParaRPr b="0" lang="pt-BR" sz="3200" spc="-1" strike="noStrike">
              <a:latin typeface="Arial"/>
            </a:endParaRPr>
          </a:p>
        </p:txBody>
      </p:sp>
      <p:sp>
        <p:nvSpPr>
          <p:cNvPr id="58" name="PlaceHolder 4"/>
          <p:cNvSpPr>
            <a:spLocks noGrp="1"/>
          </p:cNvSpPr>
          <p:nvPr>
            <p:ph type="body"/>
          </p:nvPr>
        </p:nvSpPr>
        <p:spPr>
          <a:xfrm>
            <a:off x="50400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60" name="PlaceHolder 2"/>
          <p:cNvSpPr>
            <a:spLocks noGrp="1"/>
          </p:cNvSpPr>
          <p:nvPr>
            <p:ph type="body"/>
          </p:nvPr>
        </p:nvSpPr>
        <p:spPr>
          <a:xfrm>
            <a:off x="504000" y="1326600"/>
            <a:ext cx="4426920" cy="3288600"/>
          </a:xfrm>
          <a:prstGeom prst="rect">
            <a:avLst/>
          </a:prstGeom>
        </p:spPr>
        <p:txBody>
          <a:bodyPr lIns="0" rIns="0" tIns="0" bIns="0">
            <a:normAutofit/>
          </a:bodyPr>
          <a:p>
            <a:endParaRPr b="0" lang="pt-BR" sz="3200" spc="-1" strike="noStrike">
              <a:latin typeface="Arial"/>
            </a:endParaRPr>
          </a:p>
        </p:txBody>
      </p:sp>
      <p:sp>
        <p:nvSpPr>
          <p:cNvPr id="61"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62" name="PlaceHolder 4"/>
          <p:cNvSpPr>
            <a:spLocks noGrp="1"/>
          </p:cNvSpPr>
          <p:nvPr>
            <p:ph type="body"/>
          </p:nvPr>
        </p:nvSpPr>
        <p:spPr>
          <a:xfrm>
            <a:off x="515268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64"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65"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66" name="PlaceHolder 4"/>
          <p:cNvSpPr>
            <a:spLocks noGrp="1"/>
          </p:cNvSpPr>
          <p:nvPr>
            <p:ph type="body"/>
          </p:nvPr>
        </p:nvSpPr>
        <p:spPr>
          <a:xfrm>
            <a:off x="504000" y="3044520"/>
            <a:ext cx="907200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68" name="PlaceHolder 2"/>
          <p:cNvSpPr>
            <a:spLocks noGrp="1"/>
          </p:cNvSpPr>
          <p:nvPr>
            <p:ph type="body"/>
          </p:nvPr>
        </p:nvSpPr>
        <p:spPr>
          <a:xfrm>
            <a:off x="504000" y="1326600"/>
            <a:ext cx="9072000" cy="1568520"/>
          </a:xfrm>
          <a:prstGeom prst="rect">
            <a:avLst/>
          </a:prstGeom>
        </p:spPr>
        <p:txBody>
          <a:bodyPr lIns="0" rIns="0" tIns="0" bIns="0">
            <a:normAutofit/>
          </a:bodyPr>
          <a:p>
            <a:endParaRPr b="0" lang="pt-BR" sz="3200" spc="-1" strike="noStrike">
              <a:latin typeface="Arial"/>
            </a:endParaRPr>
          </a:p>
        </p:txBody>
      </p:sp>
      <p:sp>
        <p:nvSpPr>
          <p:cNvPr id="69" name="PlaceHolder 3"/>
          <p:cNvSpPr>
            <a:spLocks noGrp="1"/>
          </p:cNvSpPr>
          <p:nvPr>
            <p:ph type="body"/>
          </p:nvPr>
        </p:nvSpPr>
        <p:spPr>
          <a:xfrm>
            <a:off x="504000" y="3044520"/>
            <a:ext cx="907200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71" name="PlaceHolder 2"/>
          <p:cNvSpPr>
            <a:spLocks noGrp="1"/>
          </p:cNvSpPr>
          <p:nvPr>
            <p:ph type="body"/>
          </p:nvPr>
        </p:nvSpPr>
        <p:spPr>
          <a:xfrm>
            <a:off x="504000" y="1326600"/>
            <a:ext cx="4426920" cy="1568520"/>
          </a:xfrm>
          <a:prstGeom prst="rect">
            <a:avLst/>
          </a:prstGeom>
        </p:spPr>
        <p:txBody>
          <a:bodyPr lIns="0" rIns="0" tIns="0" bIns="0">
            <a:normAutofit/>
          </a:bodyPr>
          <a:p>
            <a:endParaRPr b="0" lang="pt-BR" sz="3200" spc="-1" strike="noStrike">
              <a:latin typeface="Arial"/>
            </a:endParaRPr>
          </a:p>
        </p:txBody>
      </p:sp>
      <p:sp>
        <p:nvSpPr>
          <p:cNvPr id="72" name="PlaceHolder 3"/>
          <p:cNvSpPr>
            <a:spLocks noGrp="1"/>
          </p:cNvSpPr>
          <p:nvPr>
            <p:ph type="body"/>
          </p:nvPr>
        </p:nvSpPr>
        <p:spPr>
          <a:xfrm>
            <a:off x="5152680" y="1326600"/>
            <a:ext cx="4426920" cy="1568520"/>
          </a:xfrm>
          <a:prstGeom prst="rect">
            <a:avLst/>
          </a:prstGeom>
        </p:spPr>
        <p:txBody>
          <a:bodyPr lIns="0" rIns="0" tIns="0" bIns="0">
            <a:normAutofit/>
          </a:bodyPr>
          <a:p>
            <a:endParaRPr b="0" lang="pt-BR" sz="3200" spc="-1" strike="noStrike">
              <a:latin typeface="Arial"/>
            </a:endParaRPr>
          </a:p>
        </p:txBody>
      </p:sp>
      <p:sp>
        <p:nvSpPr>
          <p:cNvPr id="73" name="PlaceHolder 4"/>
          <p:cNvSpPr>
            <a:spLocks noGrp="1"/>
          </p:cNvSpPr>
          <p:nvPr>
            <p:ph type="body"/>
          </p:nvPr>
        </p:nvSpPr>
        <p:spPr>
          <a:xfrm>
            <a:off x="504000" y="3044520"/>
            <a:ext cx="4426920" cy="1568520"/>
          </a:xfrm>
          <a:prstGeom prst="rect">
            <a:avLst/>
          </a:prstGeom>
        </p:spPr>
        <p:txBody>
          <a:bodyPr lIns="0" rIns="0" tIns="0" bIns="0">
            <a:normAutofit/>
          </a:bodyPr>
          <a:p>
            <a:endParaRPr b="0" lang="pt-BR" sz="3200" spc="-1" strike="noStrike">
              <a:latin typeface="Arial"/>
            </a:endParaRPr>
          </a:p>
        </p:txBody>
      </p:sp>
      <p:sp>
        <p:nvSpPr>
          <p:cNvPr id="74" name="PlaceHolder 5"/>
          <p:cNvSpPr>
            <a:spLocks noGrp="1"/>
          </p:cNvSpPr>
          <p:nvPr>
            <p:ph type="body"/>
          </p:nvPr>
        </p:nvSpPr>
        <p:spPr>
          <a:xfrm>
            <a:off x="5152680" y="3044520"/>
            <a:ext cx="4426920" cy="1568520"/>
          </a:xfrm>
          <a:prstGeom prst="rect">
            <a:avLst/>
          </a:prstGeom>
        </p:spPr>
        <p:txBody>
          <a:bodyPr lIns="0" rIns="0" tIns="0" bIns="0">
            <a:normAutofit/>
          </a:bodyPr>
          <a:p>
            <a:endParaRPr b="0" lang="pt-BR"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360000" y="106200"/>
            <a:ext cx="9359280" cy="625320"/>
          </a:xfrm>
          <a:prstGeom prst="rect">
            <a:avLst/>
          </a:prstGeom>
        </p:spPr>
        <p:txBody>
          <a:bodyPr lIns="0" rIns="0" tIns="0" bIns="0" anchor="ctr">
            <a:noAutofit/>
          </a:bodyPr>
          <a:p>
            <a:pPr algn="ctr"/>
            <a:endParaRPr b="0" lang="pt-BR" sz="4400" spc="-1" strike="noStrike">
              <a:latin typeface="Arial"/>
            </a:endParaRPr>
          </a:p>
        </p:txBody>
      </p:sp>
      <p:sp>
        <p:nvSpPr>
          <p:cNvPr id="76" name="PlaceHolder 2"/>
          <p:cNvSpPr>
            <a:spLocks noGrp="1"/>
          </p:cNvSpPr>
          <p:nvPr>
            <p:ph type="body"/>
          </p:nvPr>
        </p:nvSpPr>
        <p:spPr>
          <a:xfrm>
            <a:off x="504000" y="1326600"/>
            <a:ext cx="2921040" cy="1568520"/>
          </a:xfrm>
          <a:prstGeom prst="rect">
            <a:avLst/>
          </a:prstGeom>
        </p:spPr>
        <p:txBody>
          <a:bodyPr lIns="0" rIns="0" tIns="0" bIns="0">
            <a:normAutofit/>
          </a:bodyPr>
          <a:p>
            <a:endParaRPr b="0" lang="pt-BR" sz="3200" spc="-1" strike="noStrike">
              <a:latin typeface="Arial"/>
            </a:endParaRPr>
          </a:p>
        </p:txBody>
      </p:sp>
      <p:sp>
        <p:nvSpPr>
          <p:cNvPr id="77" name="PlaceHolder 3"/>
          <p:cNvSpPr>
            <a:spLocks noGrp="1"/>
          </p:cNvSpPr>
          <p:nvPr>
            <p:ph type="body"/>
          </p:nvPr>
        </p:nvSpPr>
        <p:spPr>
          <a:xfrm>
            <a:off x="3571560" y="1326600"/>
            <a:ext cx="2921040" cy="1568520"/>
          </a:xfrm>
          <a:prstGeom prst="rect">
            <a:avLst/>
          </a:prstGeom>
        </p:spPr>
        <p:txBody>
          <a:bodyPr lIns="0" rIns="0" tIns="0" bIns="0">
            <a:normAutofit/>
          </a:bodyPr>
          <a:p>
            <a:endParaRPr b="0" lang="pt-BR" sz="3200" spc="-1" strike="noStrike">
              <a:latin typeface="Arial"/>
            </a:endParaRPr>
          </a:p>
        </p:txBody>
      </p:sp>
      <p:sp>
        <p:nvSpPr>
          <p:cNvPr id="78" name="PlaceHolder 4"/>
          <p:cNvSpPr>
            <a:spLocks noGrp="1"/>
          </p:cNvSpPr>
          <p:nvPr>
            <p:ph type="body"/>
          </p:nvPr>
        </p:nvSpPr>
        <p:spPr>
          <a:xfrm>
            <a:off x="6639120" y="1326600"/>
            <a:ext cx="2921040" cy="1568520"/>
          </a:xfrm>
          <a:prstGeom prst="rect">
            <a:avLst/>
          </a:prstGeom>
        </p:spPr>
        <p:txBody>
          <a:bodyPr lIns="0" rIns="0" tIns="0" bIns="0">
            <a:normAutofit/>
          </a:bodyPr>
          <a:p>
            <a:endParaRPr b="0" lang="pt-BR" sz="3200" spc="-1" strike="noStrike">
              <a:latin typeface="Arial"/>
            </a:endParaRPr>
          </a:p>
        </p:txBody>
      </p:sp>
      <p:sp>
        <p:nvSpPr>
          <p:cNvPr id="79" name="PlaceHolder 5"/>
          <p:cNvSpPr>
            <a:spLocks noGrp="1"/>
          </p:cNvSpPr>
          <p:nvPr>
            <p:ph type="body"/>
          </p:nvPr>
        </p:nvSpPr>
        <p:spPr>
          <a:xfrm>
            <a:off x="504000" y="3044520"/>
            <a:ext cx="2921040" cy="1568520"/>
          </a:xfrm>
          <a:prstGeom prst="rect">
            <a:avLst/>
          </a:prstGeom>
        </p:spPr>
        <p:txBody>
          <a:bodyPr lIns="0" rIns="0" tIns="0" bIns="0">
            <a:normAutofit/>
          </a:bodyPr>
          <a:p>
            <a:endParaRPr b="0" lang="pt-BR" sz="3200" spc="-1" strike="noStrike">
              <a:latin typeface="Arial"/>
            </a:endParaRPr>
          </a:p>
        </p:txBody>
      </p:sp>
      <p:sp>
        <p:nvSpPr>
          <p:cNvPr id="80" name="PlaceHolder 6"/>
          <p:cNvSpPr>
            <a:spLocks noGrp="1"/>
          </p:cNvSpPr>
          <p:nvPr>
            <p:ph type="body"/>
          </p:nvPr>
        </p:nvSpPr>
        <p:spPr>
          <a:xfrm>
            <a:off x="3571560" y="3044520"/>
            <a:ext cx="2921040" cy="1568520"/>
          </a:xfrm>
          <a:prstGeom prst="rect">
            <a:avLst/>
          </a:prstGeom>
        </p:spPr>
        <p:txBody>
          <a:bodyPr lIns="0" rIns="0" tIns="0" bIns="0">
            <a:normAutofit/>
          </a:bodyPr>
          <a:p>
            <a:endParaRPr b="0" lang="pt-BR" sz="3200" spc="-1" strike="noStrike">
              <a:latin typeface="Arial"/>
            </a:endParaRPr>
          </a:p>
        </p:txBody>
      </p:sp>
      <p:sp>
        <p:nvSpPr>
          <p:cNvPr id="81" name="PlaceHolder 7"/>
          <p:cNvSpPr>
            <a:spLocks noGrp="1"/>
          </p:cNvSpPr>
          <p:nvPr>
            <p:ph type="body"/>
          </p:nvPr>
        </p:nvSpPr>
        <p:spPr>
          <a:xfrm>
            <a:off x="6639120" y="3044520"/>
            <a:ext cx="2921040" cy="1568520"/>
          </a:xfrm>
          <a:prstGeom prst="rect">
            <a:avLst/>
          </a:prstGeom>
        </p:spPr>
        <p:txBody>
          <a:bodyPr lIns="0" rIns="0" tIns="0" bIns="0">
            <a:normAutofit/>
          </a:bodyPr>
          <a:p>
            <a:endParaRPr b="0" lang="pt-BR"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CustomShape 1"/>
          <p:cNvSpPr/>
          <p:nvPr/>
        </p:nvSpPr>
        <p:spPr>
          <a:xfrm flipH="1" flipV="1">
            <a:off x="-720" y="4499280"/>
            <a:ext cx="10079280" cy="1169280"/>
          </a:xfrm>
          <a:prstGeom prst="flowChartDocument">
            <a:avLst/>
          </a:prstGeom>
          <a:gradFill rotWithShape="0">
            <a:gsLst>
              <a:gs pos="0">
                <a:srgbClr val="77caee"/>
              </a:gs>
              <a:gs pos="100000">
                <a:srgbClr val="009bdd"/>
              </a:gs>
            </a:gsLst>
            <a:lin ang="10800000"/>
          </a:gradFill>
          <a:ln w="18000">
            <a:noFill/>
          </a:ln>
          <a:effectLst>
            <a:outerShdw dir="5400000" dist="10800">
              <a:srgbClr val="009bdd"/>
            </a:outerShdw>
          </a:effectLst>
        </p:spPr>
        <p:style>
          <a:lnRef idx="0"/>
          <a:fillRef idx="0"/>
          <a:effectRef idx="0"/>
          <a:fontRef idx="minor"/>
        </p:style>
      </p:sp>
      <p:sp>
        <p:nvSpPr>
          <p:cNvPr id="1" name="CustomShape 2"/>
          <p:cNvSpPr/>
          <p:nvPr/>
        </p:nvSpPr>
        <p:spPr>
          <a:xfrm>
            <a:off x="360000" y="5220000"/>
            <a:ext cx="2339280" cy="359280"/>
          </a:xfrm>
          <a:prstGeom prst="rect">
            <a:avLst/>
          </a:prstGeom>
          <a:noFill/>
          <a:ln w="0">
            <a:noFill/>
          </a:ln>
        </p:spPr>
        <p:style>
          <a:lnRef idx="0"/>
          <a:fillRef idx="0"/>
          <a:effectRef idx="0"/>
          <a:fontRef idx="minor"/>
        </p:style>
        <p:txBody>
          <a:bodyPr lIns="0" rIns="0" tIns="0" bIns="0">
            <a:noAutofit/>
          </a:bodyPr>
          <a:p>
            <a:pPr>
              <a:lnSpc>
                <a:spcPct val="100000"/>
              </a:lnSpc>
            </a:pPr>
            <a:r>
              <a:rPr b="0" lang="pt-BR" sz="1400" spc="-1" strike="noStrike">
                <a:solidFill>
                  <a:srgbClr val="ffffff"/>
                </a:solidFill>
                <a:latin typeface="Arial"/>
                <a:ea typeface="DejaVu Sans"/>
              </a:rPr>
              <a:t>&lt;data/hora&gt;</a:t>
            </a:r>
            <a:endParaRPr b="0" lang="pt-BR" sz="1400" spc="-1" strike="noStrike">
              <a:latin typeface="Arial"/>
            </a:endParaRPr>
          </a:p>
        </p:txBody>
      </p:sp>
      <p:sp>
        <p:nvSpPr>
          <p:cNvPr id="2" name="CustomShape 3"/>
          <p:cNvSpPr/>
          <p:nvPr/>
        </p:nvSpPr>
        <p:spPr>
          <a:xfrm>
            <a:off x="3420000" y="5220000"/>
            <a:ext cx="3239280" cy="359280"/>
          </a:xfrm>
          <a:prstGeom prst="rect">
            <a:avLst/>
          </a:prstGeom>
          <a:noFill/>
          <a:ln w="0">
            <a:noFill/>
          </a:ln>
        </p:spPr>
        <p:style>
          <a:lnRef idx="0"/>
          <a:fillRef idx="0"/>
          <a:effectRef idx="0"/>
          <a:fontRef idx="minor"/>
        </p:style>
        <p:txBody>
          <a:bodyPr lIns="0" rIns="0" tIns="0" bIns="0">
            <a:noAutofit/>
          </a:bodyPr>
          <a:p>
            <a:pPr algn="ctr">
              <a:lnSpc>
                <a:spcPct val="100000"/>
              </a:lnSpc>
            </a:pPr>
            <a:r>
              <a:rPr b="0" lang="pt-BR" sz="1400" spc="-1" strike="noStrike">
                <a:solidFill>
                  <a:srgbClr val="ffffff"/>
                </a:solidFill>
                <a:latin typeface="Arial"/>
                <a:ea typeface="DejaVu Sans"/>
              </a:rPr>
              <a:t>&lt;rodapé&gt;</a:t>
            </a:r>
            <a:endParaRPr b="0" lang="pt-BR" sz="1400" spc="-1" strike="noStrike">
              <a:latin typeface="Arial"/>
            </a:endParaRPr>
          </a:p>
        </p:txBody>
      </p:sp>
      <p:sp>
        <p:nvSpPr>
          <p:cNvPr id="3" name="CustomShape 4"/>
          <p:cNvSpPr/>
          <p:nvPr/>
        </p:nvSpPr>
        <p:spPr>
          <a:xfrm>
            <a:off x="7380000" y="5220000"/>
            <a:ext cx="2339280" cy="359280"/>
          </a:xfrm>
          <a:prstGeom prst="rect">
            <a:avLst/>
          </a:prstGeom>
          <a:noFill/>
          <a:ln w="0">
            <a:noFill/>
          </a:ln>
        </p:spPr>
        <p:style>
          <a:lnRef idx="0"/>
          <a:fillRef idx="0"/>
          <a:effectRef idx="0"/>
          <a:fontRef idx="minor"/>
        </p:style>
        <p:txBody>
          <a:bodyPr lIns="0" rIns="0" tIns="0" bIns="0">
            <a:noAutofit/>
          </a:bodyPr>
          <a:p>
            <a:pPr algn="r">
              <a:lnSpc>
                <a:spcPct val="100000"/>
              </a:lnSpc>
            </a:pPr>
            <a:fld id="{75838896-746E-4841-8413-923C078CC4DF}" type="slidenum">
              <a:rPr b="0" lang="pt-BR" sz="1400" spc="-1" strike="noStrike">
                <a:solidFill>
                  <a:srgbClr val="ffffff"/>
                </a:solidFill>
                <a:latin typeface="Arial"/>
                <a:ea typeface="DejaVu Sans"/>
              </a:rPr>
              <a:t>&lt;número&gt;</a:t>
            </a:fld>
            <a:endParaRPr b="0" lang="pt-BR" sz="1400" spc="-1" strike="noStrike">
              <a:latin typeface="Arial"/>
            </a:endParaRPr>
          </a:p>
        </p:txBody>
      </p:sp>
      <p:sp>
        <p:nvSpPr>
          <p:cNvPr id="4" name="PlaceHolder 5"/>
          <p:cNvSpPr>
            <a:spLocks noGrp="1"/>
          </p:cNvSpPr>
          <p:nvPr>
            <p:ph type="title"/>
          </p:nvPr>
        </p:nvSpPr>
        <p:spPr>
          <a:xfrm>
            <a:off x="360000" y="106200"/>
            <a:ext cx="9359280" cy="624960"/>
          </a:xfrm>
          <a:prstGeom prst="rect">
            <a:avLst/>
          </a:prstGeom>
        </p:spPr>
        <p:txBody>
          <a:bodyPr lIns="0" rIns="0" tIns="0" bIns="0" anchor="ctr">
            <a:noAutofit/>
          </a:bodyPr>
          <a:p>
            <a:r>
              <a:rPr b="0" lang="pt-BR" sz="1800" spc="-1" strike="noStrike">
                <a:latin typeface="Arial"/>
              </a:rPr>
              <a:t>Clique para editar o formato do texto do título</a:t>
            </a:r>
            <a:endParaRPr b="0" lang="pt-BR" sz="1800" spc="-1" strike="noStrike">
              <a:latin typeface="Arial"/>
            </a:endParaRPr>
          </a:p>
        </p:txBody>
      </p:sp>
      <p:sp>
        <p:nvSpPr>
          <p:cNvPr id="5" name="PlaceHolder 6"/>
          <p:cNvSpPr>
            <a:spLocks noGrp="1"/>
          </p:cNvSpPr>
          <p:nvPr>
            <p:ph type="body"/>
          </p:nvPr>
        </p:nvSpPr>
        <p:spPr>
          <a:xfrm>
            <a:off x="504000" y="1326600"/>
            <a:ext cx="9072000" cy="3288600"/>
          </a:xfrm>
          <a:prstGeom prst="rect">
            <a:avLst/>
          </a:prstGeom>
        </p:spPr>
        <p:txBody>
          <a:bodyPr lIns="0" rIns="0" tIns="0" bIns="0">
            <a:normAutofit fontScale="94000"/>
          </a:bodyPr>
          <a:p>
            <a:pPr marL="432000" indent="-324000">
              <a:spcBef>
                <a:spcPts val="1417"/>
              </a:spcBef>
              <a:buClr>
                <a:srgbClr val="000000"/>
              </a:buClr>
              <a:buSzPct val="45000"/>
              <a:buFont typeface="Wingdings" charset="2"/>
              <a:buChar char=""/>
            </a:pPr>
            <a:r>
              <a:rPr b="0" lang="pt-BR" sz="3200" spc="-1" strike="noStrike">
                <a:latin typeface="Arial"/>
              </a:rPr>
              <a:t>Clique para editar o formato do texto da estrutura de tópicos</a:t>
            </a:r>
            <a:endParaRPr b="0" lang="pt-BR" sz="3200" spc="-1" strike="noStrike">
              <a:latin typeface="Arial"/>
            </a:endParaRPr>
          </a:p>
          <a:p>
            <a:pPr lvl="1" marL="864000" indent="-324000">
              <a:spcBef>
                <a:spcPts val="1134"/>
              </a:spcBef>
              <a:buClr>
                <a:srgbClr val="000000"/>
              </a:buClr>
              <a:buSzPct val="75000"/>
              <a:buFont typeface="Symbol" charset="2"/>
              <a:buChar char=""/>
            </a:pPr>
            <a:r>
              <a:rPr b="0" lang="pt-BR" sz="2800" spc="-1" strike="noStrike">
                <a:latin typeface="Arial"/>
              </a:rPr>
              <a:t>2.º nível da estrutura de tópicos</a:t>
            </a:r>
            <a:endParaRPr b="0" lang="pt-BR" sz="2800" spc="-1" strike="noStrike">
              <a:latin typeface="Arial"/>
            </a:endParaRPr>
          </a:p>
          <a:p>
            <a:pPr lvl="2" marL="1296000" indent="-288000">
              <a:spcBef>
                <a:spcPts val="850"/>
              </a:spcBef>
              <a:buClr>
                <a:srgbClr val="000000"/>
              </a:buClr>
              <a:buSzPct val="45000"/>
              <a:buFont typeface="Wingdings" charset="2"/>
              <a:buChar char=""/>
            </a:pPr>
            <a:r>
              <a:rPr b="0" lang="pt-BR" sz="2400" spc="-1" strike="noStrike">
                <a:latin typeface="Arial"/>
              </a:rPr>
              <a:t>3.º nível da estrutura de tópicos</a:t>
            </a:r>
            <a:endParaRPr b="0" lang="pt-BR" sz="2400" spc="-1" strike="noStrike">
              <a:latin typeface="Arial"/>
            </a:endParaRPr>
          </a:p>
          <a:p>
            <a:pPr lvl="3" marL="1728000" indent="-216000">
              <a:spcBef>
                <a:spcPts val="567"/>
              </a:spcBef>
              <a:buClr>
                <a:srgbClr val="000000"/>
              </a:buClr>
              <a:buSzPct val="75000"/>
              <a:buFont typeface="Symbol" charset="2"/>
              <a:buChar char=""/>
            </a:pPr>
            <a:r>
              <a:rPr b="0" lang="pt-BR" sz="2000" spc="-1" strike="noStrike">
                <a:latin typeface="Arial"/>
              </a:rPr>
              <a:t>4.º nível da estrutura de tópicos</a:t>
            </a:r>
            <a:endParaRPr b="0" lang="pt-BR" sz="2000" spc="-1" strike="noStrike">
              <a:latin typeface="Arial"/>
            </a:endParaRPr>
          </a:p>
          <a:p>
            <a:pPr lvl="4" marL="2160000" indent="-216000">
              <a:spcBef>
                <a:spcPts val="283"/>
              </a:spcBef>
              <a:buClr>
                <a:srgbClr val="000000"/>
              </a:buClr>
              <a:buSzPct val="45000"/>
              <a:buFont typeface="Wingdings" charset="2"/>
              <a:buChar char=""/>
            </a:pPr>
            <a:r>
              <a:rPr b="0" lang="pt-BR" sz="2000" spc="-1" strike="noStrike">
                <a:latin typeface="Arial"/>
              </a:rPr>
              <a:t>5.º nível da estrutura de tópicos</a:t>
            </a:r>
            <a:endParaRPr b="0" lang="pt-BR" sz="2000" spc="-1" strike="noStrike">
              <a:latin typeface="Arial"/>
            </a:endParaRPr>
          </a:p>
          <a:p>
            <a:pPr lvl="5" marL="2592000" indent="-216000">
              <a:spcBef>
                <a:spcPts val="283"/>
              </a:spcBef>
              <a:buClr>
                <a:srgbClr val="000000"/>
              </a:buClr>
              <a:buSzPct val="45000"/>
              <a:buFont typeface="Wingdings" charset="2"/>
              <a:buChar char=""/>
            </a:pPr>
            <a:r>
              <a:rPr b="0" lang="pt-BR" sz="2000" spc="-1" strike="noStrike">
                <a:latin typeface="Arial"/>
              </a:rPr>
              <a:t>6.º nível da estrutura de tópicos</a:t>
            </a:r>
            <a:endParaRPr b="0" lang="pt-BR" sz="2000" spc="-1" strike="noStrike">
              <a:latin typeface="Arial"/>
            </a:endParaRPr>
          </a:p>
          <a:p>
            <a:pPr lvl="6" marL="3024000" indent="-216000">
              <a:spcBef>
                <a:spcPts val="283"/>
              </a:spcBef>
              <a:buClr>
                <a:srgbClr val="000000"/>
              </a:buClr>
              <a:buSzPct val="45000"/>
              <a:buFont typeface="Wingdings" charset="2"/>
              <a:buChar char=""/>
            </a:pPr>
            <a:r>
              <a:rPr b="0" lang="pt-BR" sz="2000" spc="-1" strike="noStrike">
                <a:latin typeface="Arial"/>
              </a:rPr>
              <a:t>7.º nível da estrutura de tópicos</a:t>
            </a:r>
            <a:endParaRPr b="0" lang="pt-B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0" y="0"/>
            <a:ext cx="10076040" cy="719280"/>
          </a:xfrm>
          <a:prstGeom prst="rect">
            <a:avLst/>
          </a:prstGeom>
          <a:gradFill rotWithShape="0">
            <a:gsLst>
              <a:gs pos="0">
                <a:srgbClr val="77caee"/>
              </a:gs>
              <a:gs pos="100000">
                <a:srgbClr val="009bdd"/>
              </a:gs>
            </a:gsLst>
            <a:lin ang="10800000"/>
          </a:gradFill>
          <a:ln w="18000">
            <a:noFill/>
          </a:ln>
          <a:effectLst>
            <a:outerShdw dir="5400000" dist="10800">
              <a:srgbClr val="009bdd"/>
            </a:outerShdw>
          </a:effectLst>
        </p:spPr>
        <p:style>
          <a:lnRef idx="0"/>
          <a:fillRef idx="0"/>
          <a:effectRef idx="0"/>
          <a:fontRef idx="minor"/>
        </p:style>
      </p:sp>
      <p:sp>
        <p:nvSpPr>
          <p:cNvPr id="43" name="CustomShape 2"/>
          <p:cNvSpPr/>
          <p:nvPr/>
        </p:nvSpPr>
        <p:spPr>
          <a:xfrm>
            <a:off x="3240" y="5040000"/>
            <a:ext cx="10076040" cy="630720"/>
          </a:xfrm>
          <a:prstGeom prst="rect">
            <a:avLst/>
          </a:prstGeom>
          <a:gradFill rotWithShape="0">
            <a:gsLst>
              <a:gs pos="0">
                <a:srgbClr val="77caee"/>
              </a:gs>
              <a:gs pos="100000">
                <a:srgbClr val="009bdd"/>
              </a:gs>
            </a:gsLst>
            <a:lin ang="10800000"/>
          </a:gradFill>
          <a:ln w="18000">
            <a:noFill/>
          </a:ln>
          <a:effectLst>
            <a:outerShdw dir="5400000" dist="10800">
              <a:srgbClr val="009bdd"/>
            </a:outerShdw>
          </a:effectLst>
        </p:spPr>
        <p:style>
          <a:lnRef idx="0"/>
          <a:fillRef idx="0"/>
          <a:effectRef idx="0"/>
          <a:fontRef idx="minor"/>
        </p:style>
      </p:sp>
      <p:sp>
        <p:nvSpPr>
          <p:cNvPr id="44" name="PlaceHolder 3"/>
          <p:cNvSpPr>
            <a:spLocks noGrp="1"/>
          </p:cNvSpPr>
          <p:nvPr>
            <p:ph type="title"/>
          </p:nvPr>
        </p:nvSpPr>
        <p:spPr>
          <a:xfrm>
            <a:off x="504000" y="226080"/>
            <a:ext cx="9072000" cy="946440"/>
          </a:xfrm>
          <a:prstGeom prst="rect">
            <a:avLst/>
          </a:prstGeom>
        </p:spPr>
        <p:txBody>
          <a:bodyPr lIns="0" rIns="0" tIns="0" bIns="0" anchor="ctr">
            <a:noAutofit/>
          </a:bodyPr>
          <a:p>
            <a:pPr algn="ctr"/>
            <a:r>
              <a:rPr b="0" lang="pt-BR" sz="4400" spc="-1" strike="noStrike">
                <a:latin typeface="Arial"/>
              </a:rPr>
              <a:t>Clique para editar o formato do texto do título</a:t>
            </a:r>
            <a:endParaRPr b="0" lang="pt-BR" sz="4400" spc="-1" strike="noStrike">
              <a:latin typeface="Arial"/>
            </a:endParaRPr>
          </a:p>
        </p:txBody>
      </p:sp>
      <p:sp>
        <p:nvSpPr>
          <p:cNvPr id="45" name="PlaceHolder 4"/>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pt-BR" sz="3200" spc="-1" strike="noStrike">
                <a:latin typeface="Arial"/>
              </a:rPr>
              <a:t>Clique para editar o formato do texto da estrutura de tópicos</a:t>
            </a:r>
            <a:endParaRPr b="0" lang="pt-BR" sz="3200" spc="-1" strike="noStrike">
              <a:latin typeface="Arial"/>
            </a:endParaRPr>
          </a:p>
          <a:p>
            <a:pPr lvl="1" marL="864000" indent="-324000">
              <a:spcBef>
                <a:spcPts val="1134"/>
              </a:spcBef>
              <a:buClr>
                <a:srgbClr val="000000"/>
              </a:buClr>
              <a:buSzPct val="75000"/>
              <a:buFont typeface="Symbol" charset="2"/>
              <a:buChar char=""/>
            </a:pPr>
            <a:r>
              <a:rPr b="0" lang="pt-BR" sz="2800" spc="-1" strike="noStrike">
                <a:latin typeface="Arial"/>
              </a:rPr>
              <a:t>2.º nível da estrutura de tópicos</a:t>
            </a:r>
            <a:endParaRPr b="0" lang="pt-BR" sz="2800" spc="-1" strike="noStrike">
              <a:latin typeface="Arial"/>
            </a:endParaRPr>
          </a:p>
          <a:p>
            <a:pPr lvl="2" marL="1296000" indent="-288000">
              <a:spcBef>
                <a:spcPts val="850"/>
              </a:spcBef>
              <a:buClr>
                <a:srgbClr val="000000"/>
              </a:buClr>
              <a:buSzPct val="45000"/>
              <a:buFont typeface="Wingdings" charset="2"/>
              <a:buChar char=""/>
            </a:pPr>
            <a:r>
              <a:rPr b="0" lang="pt-BR" sz="2400" spc="-1" strike="noStrike">
                <a:latin typeface="Arial"/>
              </a:rPr>
              <a:t>3.º nível da estrutura de tópicos</a:t>
            </a:r>
            <a:endParaRPr b="0" lang="pt-BR" sz="2400" spc="-1" strike="noStrike">
              <a:latin typeface="Arial"/>
            </a:endParaRPr>
          </a:p>
          <a:p>
            <a:pPr lvl="3" marL="1728000" indent="-216000">
              <a:spcBef>
                <a:spcPts val="567"/>
              </a:spcBef>
              <a:buClr>
                <a:srgbClr val="000000"/>
              </a:buClr>
              <a:buSzPct val="75000"/>
              <a:buFont typeface="Symbol" charset="2"/>
              <a:buChar char=""/>
            </a:pPr>
            <a:r>
              <a:rPr b="0" lang="pt-BR" sz="2000" spc="-1" strike="noStrike">
                <a:latin typeface="Arial"/>
              </a:rPr>
              <a:t>4.º nível da estrutura de tópicos</a:t>
            </a:r>
            <a:endParaRPr b="0" lang="pt-BR" sz="2000" spc="-1" strike="noStrike">
              <a:latin typeface="Arial"/>
            </a:endParaRPr>
          </a:p>
          <a:p>
            <a:pPr lvl="4" marL="2160000" indent="-216000">
              <a:spcBef>
                <a:spcPts val="283"/>
              </a:spcBef>
              <a:buClr>
                <a:srgbClr val="000000"/>
              </a:buClr>
              <a:buSzPct val="45000"/>
              <a:buFont typeface="Wingdings" charset="2"/>
              <a:buChar char=""/>
            </a:pPr>
            <a:r>
              <a:rPr b="0" lang="pt-BR" sz="2000" spc="-1" strike="noStrike">
                <a:latin typeface="Arial"/>
              </a:rPr>
              <a:t>5.º nível da estrutura de tópicos</a:t>
            </a:r>
            <a:endParaRPr b="0" lang="pt-BR" sz="2000" spc="-1" strike="noStrike">
              <a:latin typeface="Arial"/>
            </a:endParaRPr>
          </a:p>
          <a:p>
            <a:pPr lvl="5" marL="2592000" indent="-216000">
              <a:spcBef>
                <a:spcPts val="283"/>
              </a:spcBef>
              <a:buClr>
                <a:srgbClr val="000000"/>
              </a:buClr>
              <a:buSzPct val="45000"/>
              <a:buFont typeface="Wingdings" charset="2"/>
              <a:buChar char=""/>
            </a:pPr>
            <a:r>
              <a:rPr b="0" lang="pt-BR" sz="2000" spc="-1" strike="noStrike">
                <a:latin typeface="Arial"/>
              </a:rPr>
              <a:t>6.º nível da estrutura de tópicos</a:t>
            </a:r>
            <a:endParaRPr b="0" lang="pt-BR" sz="2000" spc="-1" strike="noStrike">
              <a:latin typeface="Arial"/>
            </a:endParaRPr>
          </a:p>
          <a:p>
            <a:pPr lvl="6" marL="3024000" indent="-216000">
              <a:spcBef>
                <a:spcPts val="283"/>
              </a:spcBef>
              <a:buClr>
                <a:srgbClr val="000000"/>
              </a:buClr>
              <a:buSzPct val="45000"/>
              <a:buFont typeface="Wingdings" charset="2"/>
              <a:buChar char=""/>
            </a:pPr>
            <a:r>
              <a:rPr b="0" lang="pt-BR" sz="2000" spc="-1" strike="noStrike">
                <a:latin typeface="Arial"/>
              </a:rPr>
              <a:t>7.º nível da estrutura de tópicos</a:t>
            </a:r>
            <a:endParaRPr b="0" lang="pt-B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CustomShape 1"/>
          <p:cNvSpPr/>
          <p:nvPr/>
        </p:nvSpPr>
        <p:spPr>
          <a:xfrm>
            <a:off x="540000" y="180000"/>
            <a:ext cx="8999280" cy="46792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pt-BR" sz="3300" spc="-1" strike="noStrike">
                <a:solidFill>
                  <a:srgbClr val="dd4100"/>
                </a:solidFill>
                <a:latin typeface="Arial"/>
                <a:ea typeface="DejaVu Sans"/>
              </a:rPr>
              <a:t>Eletricidade CC</a:t>
            </a:r>
            <a:br/>
            <a:r>
              <a:rPr b="1" lang="pt-BR" sz="1800" spc="-1" strike="noStrike">
                <a:solidFill>
                  <a:srgbClr val="111111"/>
                </a:solidFill>
                <a:latin typeface="Arial"/>
                <a:ea typeface="DejaVu Sans"/>
              </a:rPr>
              <a:t>Indutância: </a:t>
            </a:r>
            <a:r>
              <a:rPr b="0" lang="pt-BR" sz="1800" spc="-1" strike="noStrike">
                <a:solidFill>
                  <a:srgbClr val="111111"/>
                </a:solidFill>
                <a:latin typeface="Arial"/>
                <a:ea typeface="DejaVu Sans"/>
              </a:rPr>
              <a:t>Capacidade que um condutor possui de induzir tensão em si mesmo quando a corrente varia é a sua auto-indutância ou simplesmente indutância. O símbolo da indutância é L e sua unidade é Henry (H). Um Henry é a quantidade de indutância que permite uma indução de um volt quando a corrente varia na razão de um Ampère por segundo. A fórmula para indutância é</a:t>
            </a:r>
            <a:br/>
            <a:br/>
            <a:r>
              <a:rPr b="0" lang="pt-BR" sz="1800" spc="-1" strike="noStrike">
                <a:solidFill>
                  <a:srgbClr val="111111"/>
                </a:solidFill>
                <a:latin typeface="Arial"/>
                <a:ea typeface="DejaVu Sans"/>
              </a:rPr>
              <a:t>L = Vl/(</a:t>
            </a:r>
            <a:r>
              <a:rPr b="0" lang="pt-BR" sz="1800" spc="-1" strike="noStrike">
                <a:solidFill>
                  <a:srgbClr val="111111"/>
                </a:solidFill>
                <a:latin typeface="Arial"/>
                <a:ea typeface="Arial"/>
              </a:rPr>
              <a:t>Δi/Δt)  =&gt; Vl = L.(Δi/Δt) </a:t>
            </a:r>
            <a:br/>
            <a:br/>
            <a:r>
              <a:rPr b="0" lang="pt-BR" sz="1800" spc="-1" strike="noStrike">
                <a:solidFill>
                  <a:srgbClr val="111111"/>
                </a:solidFill>
                <a:latin typeface="Arial"/>
                <a:ea typeface="Arial"/>
              </a:rPr>
              <a:t>L = indutância, H; Vl = tensão induzida através da bobina, V; Δi/Δt = variação da corrente, A/s.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83" name="" descr=""/>
          <p:cNvPicPr/>
          <p:nvPr/>
        </p:nvPicPr>
        <p:blipFill>
          <a:blip r:embed="rId1"/>
          <a:stretch/>
        </p:blipFill>
        <p:spPr>
          <a:xfrm>
            <a:off x="3060000" y="3276000"/>
            <a:ext cx="3239280" cy="2322720"/>
          </a:xfrm>
          <a:prstGeom prst="rect">
            <a:avLst/>
          </a:prstGeom>
          <a:ln w="1800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CustomShape 1"/>
          <p:cNvSpPr/>
          <p:nvPr/>
        </p:nvSpPr>
        <p:spPr>
          <a:xfrm>
            <a:off x="540000" y="-208440"/>
            <a:ext cx="8999280" cy="5455080"/>
          </a:xfrm>
          <a:prstGeom prst="rect">
            <a:avLst/>
          </a:prstGeom>
          <a:noFill/>
          <a:ln w="0">
            <a:noFill/>
          </a:ln>
        </p:spPr>
        <p:style>
          <a:lnRef idx="0"/>
          <a:fillRef idx="0"/>
          <a:effectRef idx="0"/>
          <a:fontRef idx="minor"/>
        </p:style>
        <p:txBody>
          <a:bodyPr lIns="0" rIns="0" tIns="0" bIns="0" anchor="ctr">
            <a:noAutofit/>
          </a:bodyPr>
          <a:p>
            <a:pPr>
              <a:lnSpc>
                <a:spcPct val="100000"/>
              </a:lnSpc>
            </a:pPr>
            <a:br/>
            <a:br/>
            <a:r>
              <a:rPr b="0" lang="pt-BR" sz="3300" spc="-1" strike="noStrike">
                <a:solidFill>
                  <a:srgbClr val="dd4100"/>
                </a:solidFill>
                <a:latin typeface="Arial"/>
                <a:ea typeface="DejaVu Sans"/>
              </a:rPr>
              <a:t>Eletricidade CC</a:t>
            </a:r>
            <a:br/>
            <a:r>
              <a:rPr b="1" lang="pt-BR" sz="1800" spc="-1" strike="noStrike">
                <a:solidFill>
                  <a:srgbClr val="111111"/>
                </a:solidFill>
                <a:latin typeface="Arial"/>
                <a:ea typeface="DejaVu Sans"/>
              </a:rPr>
              <a:t>Exemplo 1: </a:t>
            </a:r>
            <a:r>
              <a:rPr b="0" lang="pt-BR" sz="1800" spc="-1" strike="noStrike">
                <a:solidFill>
                  <a:srgbClr val="111111"/>
                </a:solidFill>
                <a:latin typeface="Arial"/>
                <a:ea typeface="DejaVu Sans"/>
              </a:rPr>
              <a:t>Qual a indutância de uma bobina que induz 20 V quando a corrente que passa pela bobina varia de 12 para 20 A em 2 segundos?</a:t>
            </a:r>
            <a:r>
              <a:rPr b="1" lang="pt-BR" sz="1800" spc="-1" strike="noStrike">
                <a:solidFill>
                  <a:srgbClr val="111111"/>
                </a:solidFill>
                <a:latin typeface="Arial"/>
                <a:ea typeface="DejaVu Sans"/>
              </a:rPr>
              <a:t> </a:t>
            </a:r>
            <a:br/>
            <a:br/>
            <a:r>
              <a:rPr b="0" lang="pt-BR" sz="1800" spc="-1" strike="noStrike">
                <a:solidFill>
                  <a:srgbClr val="111111"/>
                </a:solidFill>
                <a:latin typeface="Arial"/>
                <a:ea typeface="DejaVu Sans"/>
              </a:rPr>
              <a:t>Vl = 20 V.    </a:t>
            </a:r>
            <a:r>
              <a:rPr b="0" lang="pt-BR" sz="1800" spc="-1" strike="noStrike">
                <a:solidFill>
                  <a:srgbClr val="111111"/>
                </a:solidFill>
                <a:latin typeface="Arial"/>
                <a:ea typeface="Arial"/>
              </a:rPr>
              <a:t>Δi = 20 – 12 = 8 A;  Δt = 2 s;  Δi/Δt = 8 / 2 = 4 A/s.</a:t>
            </a:r>
            <a:br/>
            <a:r>
              <a:rPr b="0" lang="pt-BR" sz="1800" spc="-1" strike="noStrike">
                <a:solidFill>
                  <a:srgbClr val="111111"/>
                </a:solidFill>
                <a:latin typeface="Arial"/>
                <a:ea typeface="Arial"/>
              </a:rPr>
              <a:t>Vl = L.(Δi/Δt) =&gt;  L = Vl/(Δi/Δt) =&gt; L = 20/4 =&gt; L = 5H.</a:t>
            </a:r>
            <a:br/>
            <a:r>
              <a:rPr b="0" lang="pt-BR" sz="1800" spc="-1" strike="noStrike">
                <a:solidFill>
                  <a:srgbClr val="111111"/>
                </a:solidFill>
                <a:latin typeface="Arial"/>
                <a:ea typeface="Arial"/>
              </a:rPr>
              <a:t>  </a:t>
            </a:r>
            <a:br/>
            <a:r>
              <a:rPr b="1" lang="pt-BR" sz="1800" spc="-1" strike="noStrike">
                <a:solidFill>
                  <a:srgbClr val="111111"/>
                </a:solidFill>
                <a:latin typeface="Arial"/>
                <a:ea typeface="Arial"/>
              </a:rPr>
              <a:t>Exemplo 2: </a:t>
            </a:r>
            <a:r>
              <a:rPr b="0" lang="pt-BR" sz="1800" spc="-1" strike="noStrike">
                <a:solidFill>
                  <a:srgbClr val="111111"/>
                </a:solidFill>
                <a:latin typeface="Arial"/>
                <a:ea typeface="Arial"/>
              </a:rPr>
              <a:t>Uma bobina tem uma indutância de 50 uH. Qual a tensão induzida na bobina quando a taxa de variação da corrente for de 10.000 A/s?</a:t>
            </a:r>
            <a:r>
              <a:rPr b="1" lang="pt-BR" sz="1800" spc="-1" strike="noStrike">
                <a:solidFill>
                  <a:srgbClr val="111111"/>
                </a:solidFill>
                <a:latin typeface="Arial"/>
                <a:ea typeface="Arial"/>
              </a:rPr>
              <a:t> </a:t>
            </a:r>
            <a:br/>
            <a:r>
              <a:rPr b="0" lang="pt-BR" sz="1800" spc="-1" strike="noStrike">
                <a:solidFill>
                  <a:srgbClr val="111111"/>
                </a:solidFill>
                <a:latin typeface="Arial"/>
                <a:ea typeface="Arial"/>
              </a:rPr>
              <a:t> </a:t>
            </a:r>
            <a:br/>
            <a:r>
              <a:rPr b="0" lang="pt-BR" sz="1800" spc="-1" strike="noStrike">
                <a:solidFill>
                  <a:srgbClr val="111111"/>
                </a:solidFill>
                <a:latin typeface="Arial"/>
                <a:ea typeface="Arial"/>
              </a:rPr>
              <a:t>Vl = L.(Δi/Δt) =&gt;  Vl = (50 x 10^-6).10^4  =&gt; Vl = 50x10^-2 =&gt; Vl = 0,5V.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CustomShape 1"/>
          <p:cNvSpPr/>
          <p:nvPr/>
        </p:nvSpPr>
        <p:spPr>
          <a:xfrm>
            <a:off x="360000" y="-462960"/>
            <a:ext cx="8999280" cy="5967000"/>
          </a:xfrm>
          <a:prstGeom prst="rect">
            <a:avLst/>
          </a:prstGeom>
          <a:noFill/>
          <a:ln w="0">
            <a:noFill/>
          </a:ln>
        </p:spPr>
        <p:style>
          <a:lnRef idx="0"/>
          <a:fillRef idx="0"/>
          <a:effectRef idx="0"/>
          <a:fontRef idx="minor"/>
        </p:style>
        <p:txBody>
          <a:bodyPr lIns="0" rIns="0" tIns="0" bIns="0" anchor="ctr">
            <a:noAutofit/>
          </a:bodyPr>
          <a:p>
            <a:pPr>
              <a:lnSpc>
                <a:spcPct val="100000"/>
              </a:lnSpc>
            </a:pPr>
            <a:br/>
            <a:br/>
            <a:r>
              <a:rPr b="0" lang="pt-BR" sz="3300" spc="-1" strike="noStrike">
                <a:solidFill>
                  <a:srgbClr val="dd4100"/>
                </a:solidFill>
                <a:latin typeface="Arial"/>
                <a:ea typeface="DejaVu Sans"/>
              </a:rPr>
              <a:t>Eletricidade CC</a:t>
            </a:r>
            <a:br/>
            <a:r>
              <a:rPr b="1" lang="pt-BR" sz="1800" spc="-1" strike="noStrike">
                <a:solidFill>
                  <a:srgbClr val="000000"/>
                </a:solidFill>
                <a:latin typeface="Arial"/>
                <a:ea typeface="DejaVu Sans"/>
              </a:rPr>
              <a:t>Associação de indutores: </a:t>
            </a:r>
            <a:r>
              <a:rPr b="0" lang="pt-BR" sz="1800" spc="-1" strike="noStrike">
                <a:solidFill>
                  <a:srgbClr val="000000"/>
                </a:solidFill>
                <a:latin typeface="Arial"/>
                <a:ea typeface="DejaVu Sans"/>
              </a:rPr>
              <a:t>A associação de indutores obedece a mesma regra da associação de resistores.</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86" name="" descr=""/>
          <p:cNvPicPr/>
          <p:nvPr/>
        </p:nvPicPr>
        <p:blipFill>
          <a:blip r:embed="rId1"/>
          <a:stretch/>
        </p:blipFill>
        <p:spPr>
          <a:xfrm>
            <a:off x="1800000" y="1620000"/>
            <a:ext cx="5603040" cy="3419640"/>
          </a:xfrm>
          <a:prstGeom prst="rect">
            <a:avLst/>
          </a:prstGeom>
          <a:ln w="1800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CustomShape 1"/>
          <p:cNvSpPr/>
          <p:nvPr/>
        </p:nvSpPr>
        <p:spPr>
          <a:xfrm>
            <a:off x="360000" y="-462960"/>
            <a:ext cx="8999280" cy="5967000"/>
          </a:xfrm>
          <a:prstGeom prst="rect">
            <a:avLst/>
          </a:prstGeom>
          <a:noFill/>
          <a:ln w="0">
            <a:noFill/>
          </a:ln>
        </p:spPr>
        <p:style>
          <a:lnRef idx="0"/>
          <a:fillRef idx="0"/>
          <a:effectRef idx="0"/>
          <a:fontRef idx="minor"/>
        </p:style>
        <p:txBody>
          <a:bodyPr lIns="0" rIns="0" tIns="0" bIns="0" anchor="ctr">
            <a:noAutofit/>
          </a:bodyPr>
          <a:p>
            <a:pPr>
              <a:lnSpc>
                <a:spcPct val="100000"/>
              </a:lnSpc>
            </a:pPr>
            <a:br/>
            <a:br/>
            <a:r>
              <a:rPr b="0" lang="pt-BR" sz="3300" spc="-1" strike="noStrike">
                <a:solidFill>
                  <a:srgbClr val="dd4100"/>
                </a:solidFill>
                <a:latin typeface="Arial"/>
                <a:ea typeface="DejaVu Sans"/>
              </a:rPr>
              <a:t>Eletricidade CC</a:t>
            </a:r>
            <a:br/>
            <a:r>
              <a:rPr b="0" lang="pt-BR" sz="1800" spc="-1" strike="noStrike">
                <a:solidFill>
                  <a:srgbClr val="000000"/>
                </a:solidFill>
                <a:latin typeface="Arial"/>
                <a:ea typeface="DejaVu Sans"/>
              </a:rPr>
              <a:t>Transitório em um Circuito RL:</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88" name="" descr=""/>
          <p:cNvPicPr/>
          <p:nvPr/>
        </p:nvPicPr>
        <p:blipFill>
          <a:blip r:embed="rId1"/>
          <a:stretch/>
        </p:blipFill>
        <p:spPr>
          <a:xfrm>
            <a:off x="4617000" y="3849840"/>
            <a:ext cx="4922640" cy="1549800"/>
          </a:xfrm>
          <a:prstGeom prst="rect">
            <a:avLst/>
          </a:prstGeom>
          <a:ln w="0">
            <a:noFill/>
          </a:ln>
        </p:spPr>
      </p:pic>
      <p:pic>
        <p:nvPicPr>
          <p:cNvPr id="89" name="" descr=""/>
          <p:cNvPicPr/>
          <p:nvPr/>
        </p:nvPicPr>
        <p:blipFill>
          <a:blip r:embed="rId2"/>
          <a:stretch/>
        </p:blipFill>
        <p:spPr>
          <a:xfrm>
            <a:off x="1004760" y="3444120"/>
            <a:ext cx="2954880" cy="2059920"/>
          </a:xfrm>
          <a:prstGeom prst="rect">
            <a:avLst/>
          </a:prstGeom>
          <a:ln w="0">
            <a:noFill/>
          </a:ln>
        </p:spPr>
      </p:pic>
      <p:pic>
        <p:nvPicPr>
          <p:cNvPr id="90" name="" descr=""/>
          <p:cNvPicPr/>
          <p:nvPr/>
        </p:nvPicPr>
        <p:blipFill>
          <a:blip r:embed="rId3"/>
          <a:stretch/>
        </p:blipFill>
        <p:spPr>
          <a:xfrm>
            <a:off x="3600000" y="720000"/>
            <a:ext cx="3419640" cy="25419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CustomShape 1"/>
          <p:cNvSpPr/>
          <p:nvPr/>
        </p:nvSpPr>
        <p:spPr>
          <a:xfrm>
            <a:off x="360000" y="-462960"/>
            <a:ext cx="8999280" cy="5967000"/>
          </a:xfrm>
          <a:prstGeom prst="rect">
            <a:avLst/>
          </a:prstGeom>
          <a:noFill/>
          <a:ln w="0">
            <a:noFill/>
          </a:ln>
        </p:spPr>
        <p:style>
          <a:lnRef idx="0"/>
          <a:fillRef idx="0"/>
          <a:effectRef idx="0"/>
          <a:fontRef idx="minor"/>
        </p:style>
        <p:txBody>
          <a:bodyPr lIns="0" rIns="0" tIns="0" bIns="0" anchor="ctr">
            <a:noAutofit/>
          </a:bodyPr>
          <a:p>
            <a:pPr>
              <a:lnSpc>
                <a:spcPct val="100000"/>
              </a:lnSpc>
            </a:pPr>
            <a:br/>
            <a:br/>
            <a:r>
              <a:rPr b="0" lang="pt-BR" sz="3300" spc="-1" strike="noStrike">
                <a:solidFill>
                  <a:srgbClr val="dd4100"/>
                </a:solidFill>
                <a:latin typeface="Arial"/>
                <a:ea typeface="DejaVu Sans"/>
              </a:rPr>
              <a:t>Eletricidade CC</a:t>
            </a:r>
            <a:br/>
            <a:r>
              <a:rPr b="0" lang="pt-BR" sz="1800" spc="-1" strike="noStrike">
                <a:solidFill>
                  <a:srgbClr val="000000"/>
                </a:solidFill>
                <a:latin typeface="Arial"/>
                <a:ea typeface="DejaVu Sans"/>
              </a:rPr>
              <a:t>Exercício: No circuito abaixo, determine a tensão sobre o indutor no instante t = 0.5s. Adotar resistor de resistência igual a 1 Ohm, um indutor de indutância de 1 H e uma fonte de 10 V.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92" name="" descr=""/>
          <p:cNvPicPr/>
          <p:nvPr/>
        </p:nvPicPr>
        <p:blipFill>
          <a:blip r:embed="rId1"/>
          <a:stretch/>
        </p:blipFill>
        <p:spPr>
          <a:xfrm>
            <a:off x="2277360" y="3850200"/>
            <a:ext cx="4922640" cy="1549800"/>
          </a:xfrm>
          <a:prstGeom prst="rect">
            <a:avLst/>
          </a:prstGeom>
          <a:ln w="0">
            <a:noFill/>
          </a:ln>
        </p:spPr>
      </p:pic>
      <p:pic>
        <p:nvPicPr>
          <p:cNvPr id="93" name="" descr=""/>
          <p:cNvPicPr/>
          <p:nvPr/>
        </p:nvPicPr>
        <p:blipFill>
          <a:blip r:embed="rId2"/>
          <a:stretch/>
        </p:blipFill>
        <p:spPr>
          <a:xfrm>
            <a:off x="2880000" y="1260000"/>
            <a:ext cx="3419640" cy="25419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360000" y="-462960"/>
            <a:ext cx="8999280" cy="5967000"/>
          </a:xfrm>
          <a:prstGeom prst="rect">
            <a:avLst/>
          </a:prstGeom>
          <a:noFill/>
          <a:ln w="0">
            <a:noFill/>
          </a:ln>
        </p:spPr>
        <p:style>
          <a:lnRef idx="0"/>
          <a:fillRef idx="0"/>
          <a:effectRef idx="0"/>
          <a:fontRef idx="minor"/>
        </p:style>
        <p:txBody>
          <a:bodyPr lIns="0" rIns="0" tIns="0" bIns="0" anchor="ctr">
            <a:noAutofit/>
          </a:bodyPr>
          <a:p>
            <a:pPr>
              <a:lnSpc>
                <a:spcPct val="100000"/>
              </a:lnSpc>
            </a:pPr>
            <a:br/>
            <a:br/>
            <a:r>
              <a:rPr b="0" lang="pt-BR" sz="3300" spc="-1" strike="noStrike">
                <a:solidFill>
                  <a:srgbClr val="dd4100"/>
                </a:solidFill>
                <a:latin typeface="Arial"/>
                <a:ea typeface="DejaVu Sans"/>
              </a:rPr>
              <a:t>Eletricidade CC</a:t>
            </a:r>
            <a:br/>
            <a:r>
              <a:rPr b="0" lang="pt-BR" sz="1800" spc="-1" strike="noStrike">
                <a:solidFill>
                  <a:srgbClr val="000000"/>
                </a:solidFill>
                <a:latin typeface="Arial"/>
                <a:ea typeface="DejaVu Sans"/>
              </a:rPr>
              <a:t>Exercício: No circuito abaixo, determine a tensão sobre R1 no instante do fechamento da chave e após 10 minuto do fechamento da chave.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95" name="" descr=""/>
          <p:cNvPicPr/>
          <p:nvPr/>
        </p:nvPicPr>
        <p:blipFill>
          <a:blip r:embed="rId1"/>
          <a:stretch/>
        </p:blipFill>
        <p:spPr>
          <a:xfrm>
            <a:off x="2339280" y="1620000"/>
            <a:ext cx="5220720" cy="28800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CustomShape 1"/>
          <p:cNvSpPr/>
          <p:nvPr/>
        </p:nvSpPr>
        <p:spPr>
          <a:xfrm>
            <a:off x="360000" y="-1698480"/>
            <a:ext cx="8999280" cy="843876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dd4100"/>
                </a:solidFill>
                <a:latin typeface="Arial"/>
                <a:ea typeface="DejaVu Sans"/>
              </a:rPr>
              <a:t>Eletricidade CC</a:t>
            </a:r>
            <a:br/>
            <a:r>
              <a:rPr b="1" lang="pt-BR" sz="1600" spc="-1" strike="noStrike">
                <a:solidFill>
                  <a:srgbClr val="000000"/>
                </a:solidFill>
                <a:latin typeface="Arial"/>
                <a:ea typeface="DejaVu Sans"/>
              </a:rPr>
              <a:t>Capacitores: </a:t>
            </a:r>
            <a:r>
              <a:rPr b="0" lang="pt-BR" sz="1600" spc="-1" strike="noStrike">
                <a:solidFill>
                  <a:srgbClr val="000000"/>
                </a:solidFill>
                <a:latin typeface="Arial"/>
                <a:ea typeface="DejaVu Sans"/>
              </a:rPr>
              <a:t>Um capacitor é um dispositivo elétrico formado por duas placas condutoras de metal separadas por um material isolante chamado dielétrico. O capacitor armazena cargas elétricas em suas placas. As duas placas do capacitor mostradas são eletricamente neutras uma vez que existe tantos prótons quanto elétrons em cada placa. Mas, uma vez que aplicamos uma fonte de tensão aos terminais de um capacitor, ele começa a se carregar.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97" name="" descr=""/>
          <p:cNvPicPr/>
          <p:nvPr/>
        </p:nvPicPr>
        <p:blipFill>
          <a:blip r:embed="rId1"/>
          <a:stretch/>
        </p:blipFill>
        <p:spPr>
          <a:xfrm>
            <a:off x="2700000" y="2598120"/>
            <a:ext cx="3599280" cy="2261160"/>
          </a:xfrm>
          <a:prstGeom prst="rect">
            <a:avLst/>
          </a:prstGeom>
          <a:ln w="1800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br/>
            <a:r>
              <a:rPr b="1" lang="pt-BR" sz="1600" spc="-1" strike="noStrike">
                <a:solidFill>
                  <a:srgbClr val="000000"/>
                </a:solidFill>
                <a:latin typeface="Arial"/>
                <a:ea typeface="DejaVu Sans"/>
              </a:rPr>
              <a:t>A relação entre tensão e corrente em um capacitor é dada por,</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DejaVu Sans"/>
              </a:rPr>
              <a:t>Ic = C.(</a:t>
            </a:r>
            <a:r>
              <a:rPr b="1" lang="pt-BR" sz="1600" spc="-1" strike="noStrike">
                <a:solidFill>
                  <a:srgbClr val="000000"/>
                </a:solidFill>
                <a:latin typeface="Arial"/>
                <a:ea typeface="Arial"/>
              </a:rPr>
              <a:t>Δvc/Δt) (A), </a:t>
            </a:r>
            <a:r>
              <a:rPr b="0" lang="pt-BR" sz="1600" spc="-1" strike="noStrike">
                <a:solidFill>
                  <a:srgbClr val="000000"/>
                </a:solidFill>
                <a:latin typeface="Arial"/>
                <a:ea typeface="Arial"/>
              </a:rPr>
              <a:t>em que C = capacitância de um capacitor (F), Ic = corrente no capacitor (A),  Δvc/Δt = variação da tensão no capacitor no tempo (V/s). </a:t>
            </a:r>
            <a:r>
              <a:rPr b="1" lang="pt-BR" sz="1600" spc="-1" strike="noStrike">
                <a:solidFill>
                  <a:srgbClr val="000000"/>
                </a:solidFill>
                <a:latin typeface="Arial"/>
                <a:ea typeface="Arial"/>
              </a:rPr>
              <a:t> </a:t>
            </a:r>
            <a:r>
              <a:rPr b="0" lang="pt-BR" sz="1600" spc="-1" strike="noStrike">
                <a:solidFill>
                  <a:srgbClr val="000000"/>
                </a:solidFill>
                <a:latin typeface="Arial"/>
                <a:ea typeface="Arial"/>
              </a:rPr>
              <a:t>Uma capacitância de 1 F equivale a capacidade de um capacitor gerar uma corrente de 1 A quando a variação de tensão sobre ele é de 1 V por segundo.</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99" name="" descr=""/>
          <p:cNvPicPr/>
          <p:nvPr/>
        </p:nvPicPr>
        <p:blipFill>
          <a:blip r:embed="rId1"/>
          <a:stretch/>
        </p:blipFill>
        <p:spPr>
          <a:xfrm>
            <a:off x="1800000" y="2520000"/>
            <a:ext cx="6305040" cy="1979640"/>
          </a:xfrm>
          <a:prstGeom prst="rect">
            <a:avLst/>
          </a:prstGeom>
          <a:ln w="0">
            <a:noFill/>
          </a:ln>
        </p:spPr>
      </p:pic>
      <p:pic>
        <p:nvPicPr>
          <p:cNvPr id="100" name="" descr=""/>
          <p:cNvPicPr/>
          <p:nvPr/>
        </p:nvPicPr>
        <p:blipFill>
          <a:blip r:embed="rId2"/>
          <a:stretch/>
        </p:blipFill>
        <p:spPr>
          <a:xfrm>
            <a:off x="1620000" y="4221720"/>
            <a:ext cx="3182400" cy="11779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br/>
            <a:r>
              <a:rPr b="1" lang="pt-BR" sz="1600" spc="-1" strike="noStrike">
                <a:solidFill>
                  <a:srgbClr val="000000"/>
                </a:solidFill>
                <a:latin typeface="Arial"/>
                <a:ea typeface="DejaVu Sans"/>
              </a:rPr>
              <a:t>A relação entre tensão e corrente em um capacitor é dada por,</a:t>
            </a:r>
            <a:endParaRPr b="0" lang="pt-BR" sz="1600" spc="-1" strike="noStrike">
              <a:latin typeface="Arial"/>
            </a:endParaRPr>
          </a:p>
          <a:p>
            <a:pPr>
              <a:lnSpc>
                <a:spcPct val="100000"/>
              </a:lnSpc>
            </a:pPr>
            <a:endParaRPr b="0" lang="pt-BR" sz="1600" spc="-1" strike="noStrike">
              <a:latin typeface="Arial"/>
            </a:endParaRPr>
          </a:p>
          <a:p>
            <a:pPr>
              <a:lnSpc>
                <a:spcPct val="100000"/>
              </a:lnSpc>
            </a:pPr>
            <a:r>
              <a:rPr b="0" lang="pt-BR" sz="1600" spc="-1" strike="noStrike">
                <a:solidFill>
                  <a:srgbClr val="000000"/>
                </a:solidFill>
                <a:latin typeface="Arial"/>
                <a:ea typeface="Arial"/>
              </a:rPr>
              <a:t>Determine a tensão sobre o capacitor depois de 0.8s do fechamento da chave.</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102" name="" descr=""/>
          <p:cNvPicPr/>
          <p:nvPr/>
        </p:nvPicPr>
        <p:blipFill>
          <a:blip r:embed="rId1"/>
          <a:stretch/>
        </p:blipFill>
        <p:spPr>
          <a:xfrm>
            <a:off x="1800000" y="2520000"/>
            <a:ext cx="6305040" cy="1979640"/>
          </a:xfrm>
          <a:prstGeom prst="rect">
            <a:avLst/>
          </a:prstGeom>
          <a:ln w="0">
            <a:noFill/>
          </a:ln>
        </p:spPr>
      </p:pic>
      <p:pic>
        <p:nvPicPr>
          <p:cNvPr id="103" name="" descr=""/>
          <p:cNvPicPr/>
          <p:nvPr/>
        </p:nvPicPr>
        <p:blipFill>
          <a:blip r:embed="rId2"/>
          <a:stretch/>
        </p:blipFill>
        <p:spPr>
          <a:xfrm>
            <a:off x="1620000" y="4221720"/>
            <a:ext cx="3182400" cy="1177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br/>
            <a:r>
              <a:rPr b="1" lang="pt-BR" sz="1600" spc="-1" strike="noStrike">
                <a:solidFill>
                  <a:srgbClr val="000000"/>
                </a:solidFill>
                <a:latin typeface="Arial"/>
                <a:ea typeface="DejaVu Sans"/>
              </a:rPr>
              <a:t>Associação de Capacitores: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0" lang="pt-BR" sz="1600" spc="-1" strike="noStrike">
                <a:solidFill>
                  <a:srgbClr val="000000"/>
                </a:solidFill>
                <a:latin typeface="Arial"/>
                <a:ea typeface="Arial"/>
              </a:rPr>
              <a:t> </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105" name="" descr=""/>
          <p:cNvPicPr/>
          <p:nvPr/>
        </p:nvPicPr>
        <p:blipFill>
          <a:blip r:embed="rId1"/>
          <a:stretch/>
        </p:blipFill>
        <p:spPr>
          <a:xfrm>
            <a:off x="1137960" y="1800000"/>
            <a:ext cx="7681680" cy="35996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br/>
            <a:r>
              <a:rPr b="0" lang="pt-BR" sz="1800" spc="-1" strike="noStrike">
                <a:solidFill>
                  <a:srgbClr val="000000"/>
                </a:solidFill>
                <a:latin typeface="Arial"/>
                <a:ea typeface="DejaVu Sans"/>
              </a:rPr>
              <a:t>No circuito abaixo, determine a tensão sobre o resistor R1 após 10 minutos do fechamento da chave.</a:t>
            </a: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000000"/>
                </a:solidFill>
                <a:latin typeface="Arial"/>
                <a:ea typeface="DejaVu Sans"/>
              </a:rPr>
              <a:t>       </a:t>
            </a:r>
            <a:r>
              <a:rPr b="1" lang="pt-BR" sz="1600" spc="-1" strike="noStrike">
                <a:solidFill>
                  <a:srgbClr val="000000"/>
                </a:solidFill>
                <a:latin typeface="Arial"/>
                <a:ea typeface="DejaVu Sans"/>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0" lang="pt-BR" sz="1600" spc="-1" strike="noStrike">
                <a:solidFill>
                  <a:srgbClr val="000000"/>
                </a:solidFill>
                <a:latin typeface="Arial"/>
                <a:ea typeface="Arial"/>
              </a:rPr>
              <a:t> </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107" name="" descr=""/>
          <p:cNvPicPr/>
          <p:nvPr/>
        </p:nvPicPr>
        <p:blipFill>
          <a:blip r:embed="rId1"/>
          <a:stretch/>
        </p:blipFill>
        <p:spPr>
          <a:xfrm>
            <a:off x="2160000" y="1800000"/>
            <a:ext cx="5464440" cy="28152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r>
              <a:rPr b="1" lang="pt-BR" sz="1800" spc="-1" strike="noStrike">
                <a:solidFill>
                  <a:srgbClr val="000000"/>
                </a:solidFill>
                <a:latin typeface="Arial"/>
                <a:ea typeface="DejaVu Sans"/>
              </a:rPr>
              <a:t>Máxima Transferência de Potência:</a:t>
            </a: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000000"/>
                </a:solidFill>
                <a:latin typeface="Arial"/>
                <a:ea typeface="DejaVu Sans"/>
              </a:rPr>
              <a:t>A máxima transferência de potência acontece quando a resistência interna de fonte é igual a resistência de carga. Se Rin = Rl, teremos a máxima transferência de potência para a carga. Exemplo 1: Para Vf = 4V, Ri = 2 ohms e Rl = 2 ohms, Prl = 2 W; Exemplo 2: Para </a:t>
            </a:r>
            <a:r>
              <a:rPr b="0" lang="pt-BR" sz="1800" spc="-1" strike="noStrike">
                <a:solidFill>
                  <a:srgbClr val="000000"/>
                </a:solidFill>
                <a:latin typeface="Arial"/>
                <a:ea typeface="DejaVu Sans"/>
              </a:rPr>
              <a:t>Vf = 4V, Ri = 2 ohms e Rl = 4 ohms, Prl = 1.77 W; Exemplo 3: Para Vf = 4V,</a:t>
            </a:r>
            <a:r>
              <a:rPr b="0" lang="pt-BR" sz="1800" spc="-1" strike="noStrike">
                <a:solidFill>
                  <a:srgbClr val="000000"/>
                </a:solidFill>
                <a:latin typeface="Arial"/>
                <a:ea typeface="DejaVu Sans"/>
              </a:rPr>
              <a:t> Ri = 4 ohms e Rl = 2 ohms, Prl = 0.88 W. </a:t>
            </a:r>
            <a:r>
              <a:rPr b="0" lang="pt-BR" sz="1800" spc="-1" strike="noStrike">
                <a:solidFill>
                  <a:srgbClr val="000000"/>
                </a:solidFill>
                <a:latin typeface="Arial"/>
                <a:ea typeface="DejaVu Sans"/>
              </a:rPr>
              <a:t>    </a:t>
            </a: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0" lang="pt-BR" sz="1800" spc="-1" strike="noStrike">
                <a:solidFill>
                  <a:srgbClr val="dd4100"/>
                </a:solidFill>
                <a:latin typeface="Arial"/>
                <a:ea typeface="DejaVu Sans"/>
              </a:rPr>
              <a:t> </a:t>
            </a:r>
            <a:r>
              <a:rPr b="1" lang="pt-BR" sz="1600" spc="-1" strike="noStrike">
                <a:solidFill>
                  <a:srgbClr val="000000"/>
                </a:solidFill>
                <a:latin typeface="Arial"/>
                <a:ea typeface="DejaVu Sans"/>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0" lang="pt-BR" sz="1600" spc="-1" strike="noStrike">
                <a:solidFill>
                  <a:srgbClr val="000000"/>
                </a:solidFill>
                <a:latin typeface="Arial"/>
                <a:ea typeface="Arial"/>
              </a:rPr>
              <a:t> </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109" name="" descr=""/>
          <p:cNvPicPr/>
          <p:nvPr/>
        </p:nvPicPr>
        <p:blipFill>
          <a:blip r:embed="rId1"/>
          <a:stretch/>
        </p:blipFill>
        <p:spPr>
          <a:xfrm>
            <a:off x="2880000" y="2700000"/>
            <a:ext cx="3869280" cy="25200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CustomShape 1"/>
          <p:cNvSpPr/>
          <p:nvPr/>
        </p:nvSpPr>
        <p:spPr>
          <a:xfrm>
            <a:off x="360000" y="-1036440"/>
            <a:ext cx="8999280" cy="7115040"/>
          </a:xfrm>
          <a:prstGeom prst="rect">
            <a:avLst/>
          </a:prstGeom>
          <a:noFill/>
          <a:ln w="0">
            <a:noFill/>
          </a:ln>
        </p:spPr>
        <p:style>
          <a:lnRef idx="0"/>
          <a:fillRef idx="0"/>
          <a:effectRef idx="0"/>
          <a:fontRef idx="minor"/>
        </p:style>
        <p:txBody>
          <a:bodyPr lIns="0" rIns="0" tIns="0" bIns="0" anchor="ctr">
            <a:noAutofit/>
          </a:bodyPr>
          <a:p>
            <a:pPr>
              <a:lnSpc>
                <a:spcPct val="100000"/>
              </a:lnSpc>
            </a:pPr>
            <a:br/>
            <a:br/>
            <a:br/>
            <a:b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3300" spc="-1" strike="noStrike">
                <a:solidFill>
                  <a:srgbClr val="dd4100"/>
                </a:solidFill>
                <a:latin typeface="Arial"/>
                <a:ea typeface="DejaVu Sans"/>
              </a:rPr>
              <a:t>Eletricidade CC</a:t>
            </a:r>
            <a:endParaRPr b="0" lang="pt-BR" sz="3300" spc="-1" strike="noStrike">
              <a:latin typeface="Arial"/>
            </a:endParaRPr>
          </a:p>
          <a:p>
            <a:pPr>
              <a:lnSpc>
                <a:spcPct val="100000"/>
              </a:lnSpc>
            </a:pPr>
            <a:r>
              <a:rPr b="1" lang="pt-BR" sz="1800" spc="-1" strike="noStrike">
                <a:solidFill>
                  <a:srgbClr val="000000"/>
                </a:solidFill>
                <a:latin typeface="Arial"/>
                <a:ea typeface="DejaVu Sans"/>
              </a:rPr>
              <a:t>Representação de fonte de tensão em fonte de corrente e vice-versa:</a:t>
            </a:r>
            <a:endParaRPr b="0" lang="pt-BR" sz="1800" spc="-1" strike="noStrike">
              <a:latin typeface="Arial"/>
            </a:endParaRPr>
          </a:p>
          <a:p>
            <a:pPr>
              <a:lnSpc>
                <a:spcPct val="100000"/>
              </a:lnSpc>
            </a:pPr>
            <a:r>
              <a:rPr b="0" lang="pt-BR" sz="1800" spc="-1" strike="noStrike">
                <a:solidFill>
                  <a:srgbClr val="000000"/>
                </a:solidFill>
                <a:latin typeface="Arial"/>
                <a:ea typeface="DejaVu Sans"/>
              </a:rPr>
              <a:t>Uma fonte de tensão com uma resistência interna pode ser representada por uma fonte de corrente com resistência interna conforme figura abaixo, e vice-versa.  </a:t>
            </a:r>
            <a:r>
              <a:rPr b="1" lang="pt-BR" sz="1800" spc="-1" strike="noStrike">
                <a:solidFill>
                  <a:srgbClr val="000000"/>
                </a:solidFill>
                <a:latin typeface="Arial"/>
                <a:ea typeface="DejaVu Sans"/>
              </a:rPr>
              <a:t>    </a:t>
            </a: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000000"/>
                </a:solidFill>
                <a:latin typeface="Arial"/>
                <a:ea typeface="DejaVu Sans"/>
              </a:rPr>
              <a:t>    </a:t>
            </a:r>
            <a:endParaRPr b="0" lang="pt-BR" sz="1800" spc="-1" strike="noStrike">
              <a:latin typeface="Arial"/>
            </a:endParaRPr>
          </a:p>
          <a:p>
            <a:pPr>
              <a:lnSpc>
                <a:spcPct val="100000"/>
              </a:lnSpc>
            </a:pPr>
            <a:endParaRPr b="0" lang="pt-BR" sz="1800" spc="-1" strike="noStrike">
              <a:latin typeface="Arial"/>
            </a:endParaRPr>
          </a:p>
          <a:p>
            <a:pPr>
              <a:lnSpc>
                <a:spcPct val="100000"/>
              </a:lnSpc>
            </a:pP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0" lang="pt-BR" sz="1800" spc="-1" strike="noStrike">
                <a:solidFill>
                  <a:srgbClr val="dd4100"/>
                </a:solidFill>
                <a:latin typeface="Arial"/>
                <a:ea typeface="DejaVu Sans"/>
              </a:rPr>
              <a:t> </a:t>
            </a:r>
            <a:r>
              <a:rPr b="1" lang="pt-BR" sz="1600" spc="-1" strike="noStrike">
                <a:solidFill>
                  <a:srgbClr val="000000"/>
                </a:solidFill>
                <a:latin typeface="Arial"/>
                <a:ea typeface="DejaVu Sans"/>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0" lang="pt-BR" sz="1600" spc="-1" strike="noStrike">
                <a:solidFill>
                  <a:srgbClr val="000000"/>
                </a:solidFill>
                <a:latin typeface="Arial"/>
                <a:ea typeface="Arial"/>
              </a:rPr>
              <a:t> </a:t>
            </a:r>
            <a:r>
              <a:rPr b="1" lang="pt-BR" sz="1600" spc="-1" strike="noStrike">
                <a:solidFill>
                  <a:srgbClr val="000000"/>
                </a:solidFill>
                <a:latin typeface="Arial"/>
                <a:ea typeface="Arial"/>
              </a:rPr>
              <a:t> </a:t>
            </a:r>
            <a:endParaRPr b="0" lang="pt-BR" sz="1600" spc="-1" strike="noStrike">
              <a:latin typeface="Arial"/>
            </a:endParaRPr>
          </a:p>
          <a:p>
            <a:pPr>
              <a:lnSpc>
                <a:spcPct val="100000"/>
              </a:lnSpc>
            </a:pPr>
            <a:endParaRPr b="0" lang="pt-BR" sz="1600" spc="-1" strike="noStrike">
              <a:latin typeface="Arial"/>
            </a:endParaRPr>
          </a:p>
          <a:p>
            <a:pPr>
              <a:lnSpc>
                <a:spcPct val="100000"/>
              </a:lnSpc>
            </a:pPr>
            <a:r>
              <a:rPr b="1" lang="pt-BR" sz="1600" spc="-1" strike="noStrike">
                <a:solidFill>
                  <a:srgbClr val="000000"/>
                </a:solidFill>
                <a:latin typeface="Arial"/>
                <a:ea typeface="Arial"/>
              </a:rPr>
              <a:t>  </a:t>
            </a:r>
            <a:r>
              <a:rPr b="1" lang="pt-BR" sz="1400" spc="-1" strike="noStrike">
                <a:solidFill>
                  <a:srgbClr val="000000"/>
                </a:solidFill>
                <a:latin typeface="Arial"/>
                <a:ea typeface="Arial"/>
              </a:rPr>
              <a:t> </a:t>
            </a:r>
            <a:r>
              <a:rPr b="1" lang="pt-BR" sz="1400" spc="-1" strike="noStrike">
                <a:solidFill>
                  <a:srgbClr val="000000"/>
                </a:solidFill>
                <a:latin typeface="Arial"/>
                <a:ea typeface="DejaVu Sans"/>
              </a:rPr>
              <a:t>  </a:t>
            </a:r>
            <a:r>
              <a:rPr b="1" lang="pt-BR" sz="1800" spc="-1" strike="noStrike">
                <a:solidFill>
                  <a:srgbClr val="000000"/>
                </a:solidFill>
                <a:latin typeface="Arial"/>
                <a:ea typeface="DejaVu Sans"/>
              </a:rPr>
              <a:t>  </a:t>
            </a:r>
            <a:br/>
            <a:r>
              <a:rPr b="0" lang="pt-BR" sz="1800" spc="-1" strike="noStrike">
                <a:solidFill>
                  <a:srgbClr val="000000"/>
                </a:solidFill>
                <a:latin typeface="Arial"/>
                <a:ea typeface="DejaVu Sans"/>
              </a:rPr>
              <a:t>      </a:t>
            </a:r>
            <a:br/>
            <a:br/>
            <a:br/>
            <a:br/>
            <a:br/>
            <a:br/>
            <a:br/>
            <a:br/>
            <a:br/>
            <a:br/>
            <a:r>
              <a:rPr b="0" lang="pt-BR" sz="1800" spc="-1" strike="noStrike">
                <a:solidFill>
                  <a:srgbClr val="000000"/>
                </a:solidFill>
                <a:latin typeface="Arial"/>
                <a:ea typeface="DejaVu Sans"/>
              </a:rPr>
              <a:t>  </a:t>
            </a:r>
            <a:r>
              <a:rPr b="1" lang="pt-BR" sz="1800" spc="-1" strike="noStrike">
                <a:solidFill>
                  <a:srgbClr val="000000"/>
                </a:solidFill>
                <a:latin typeface="Arial"/>
                <a:ea typeface="DejaVu Sans"/>
              </a:rPr>
              <a:t>  </a:t>
            </a:r>
            <a:r>
              <a:rPr b="1" lang="pt-BR" sz="1800" spc="-1" strike="noStrike">
                <a:solidFill>
                  <a:srgbClr val="111111"/>
                </a:solidFill>
                <a:latin typeface="Arial"/>
                <a:ea typeface="DejaVu Sans"/>
              </a:rPr>
              <a:t> </a:t>
            </a:r>
            <a:br/>
            <a:br/>
            <a:br/>
            <a:br/>
            <a:r>
              <a:rPr b="0" lang="pt-BR" sz="1800" spc="-1" strike="noStrike">
                <a:solidFill>
                  <a:srgbClr val="111111"/>
                </a:solidFill>
                <a:latin typeface="Arial"/>
                <a:ea typeface="Arial"/>
              </a:rPr>
              <a:t>    </a:t>
            </a:r>
            <a:br/>
            <a:r>
              <a:rPr b="0" lang="pt-BR" sz="3300" spc="-1" strike="noStrike">
                <a:solidFill>
                  <a:srgbClr val="dd4100"/>
                </a:solidFill>
                <a:latin typeface="Arial"/>
                <a:ea typeface="Arial"/>
              </a:rPr>
              <a:t> </a:t>
            </a:r>
            <a:endParaRPr b="0" lang="pt-BR" sz="3300" spc="-1" strike="noStrike">
              <a:latin typeface="Arial"/>
            </a:endParaRPr>
          </a:p>
        </p:txBody>
      </p:sp>
      <p:pic>
        <p:nvPicPr>
          <p:cNvPr id="111" name="" descr=""/>
          <p:cNvPicPr/>
          <p:nvPr/>
        </p:nvPicPr>
        <p:blipFill>
          <a:blip r:embed="rId1"/>
          <a:stretch/>
        </p:blipFill>
        <p:spPr>
          <a:xfrm>
            <a:off x="1080000" y="2160000"/>
            <a:ext cx="8098200" cy="28800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73</TotalTime>
  <Application>LibreOffice/7.0.5.2$Windows_X86_64 LibreOffice_project/64390860c6cd0aca4beafafcfd84613dd9dfb63a</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2022-11-19T22:10:02Z</dcterms:created>
  <dc:creator/>
  <dc:description/>
  <dc:language>pt-BR</dc:language>
  <cp:lastModifiedBy/>
  <dcterms:modified xsi:type="dcterms:W3CDTF">2022-12-07T23:18:01Z</dcterms:modified>
  <cp:revision>17</cp:revision>
  <dc:subject/>
  <dc:title>Blue Curve</dc:title>
</cp:coreProperties>
</file>

<file path=docProps/custom.xml><?xml version="1.0" encoding="utf-8"?>
<Properties xmlns="http://schemas.openxmlformats.org/officeDocument/2006/custom-properties" xmlns:vt="http://schemas.openxmlformats.org/officeDocument/2006/docPropsVTypes"/>
</file>